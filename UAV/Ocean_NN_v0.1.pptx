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7"/>
  </p:notesMasterIdLst>
  <p:handoutMasterIdLst>
    <p:handoutMasterId r:id="rId18"/>
  </p:handoutMasterIdLst>
  <p:sldIdLst>
    <p:sldId id="277" r:id="rId5"/>
    <p:sldId id="279" r:id="rId6"/>
    <p:sldId id="257" r:id="rId7"/>
    <p:sldId id="311" r:id="rId8"/>
    <p:sldId id="261" r:id="rId9"/>
    <p:sldId id="309" r:id="rId10"/>
    <p:sldId id="308" r:id="rId11"/>
    <p:sldId id="265" r:id="rId12"/>
    <p:sldId id="262" r:id="rId13"/>
    <p:sldId id="258" r:id="rId14"/>
    <p:sldId id="266" r:id="rId15"/>
    <p:sldId id="292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1224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1536" userDrawn="1">
          <p15:clr>
            <a:srgbClr val="A4A3A4"/>
          </p15:clr>
        </p15:guide>
        <p15:guide id="4" pos="64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19C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0E3FDE45-AF77-4B5C-9715-49D594BDF05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018" autoAdjust="0"/>
    <p:restoredTop sz="86080" autoAdjust="0"/>
  </p:normalViewPr>
  <p:slideViewPr>
    <p:cSldViewPr snapToGrid="0">
      <p:cViewPr>
        <p:scale>
          <a:sx n="113" d="100"/>
          <a:sy n="113" d="100"/>
        </p:scale>
        <p:origin x="856" y="656"/>
      </p:cViewPr>
      <p:guideLst>
        <p:guide pos="1224"/>
        <p:guide pos="3840"/>
        <p:guide orient="horz" pos="1536"/>
        <p:guide pos="6456"/>
      </p:guideLst>
    </p:cSldViewPr>
  </p:slideViewPr>
  <p:notesTextViewPr>
    <p:cViewPr>
      <p:scale>
        <a:sx n="60" d="100"/>
        <a:sy n="6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48" d="100"/>
          <a:sy n="48" d="100"/>
        </p:scale>
        <p:origin x="2691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0E06DA1-7254-4F83-B1E4-BF5F76CF72C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78C967-1BD9-490C-B0D9-862040818F8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1B13C-E24E-4D8B-B1C2-CE80D9872803}" type="datetimeFigureOut">
              <a:rPr lang="en-US" smtClean="0"/>
              <a:t>10/10/24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EFE8E8-087F-468F-A82E-B9C86AEB6FD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B55752-D1FE-4251-80C6-AF69BCEDDC5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441243-E346-4AF8-A8BE-A00B651C507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992781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C32031-6297-4D45-B38B-29B38A09B924}" type="datetimeFigureOut">
              <a:rPr lang="en-US" smtClean="0"/>
              <a:t>10/10/24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59A8F8-ADC6-401C-83FE-1703170D9E2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8179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59A8F8-ADC6-401C-83FE-1703170D9E28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41352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59A8F8-ADC6-401C-83FE-1703170D9E28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09558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600" dirty="0"/>
          </a:p>
          <a:p>
            <a:endParaRPr lang="en-US" sz="1400" dirty="0"/>
          </a:p>
          <a:p>
            <a:r>
              <a:rPr lang="en-US" sz="2800" dirty="0"/>
              <a:t>References:</a:t>
            </a:r>
          </a:p>
          <a:p>
            <a:endParaRPr lang="en-US" sz="2800" dirty="0"/>
          </a:p>
          <a:p>
            <a:r>
              <a:rPr lang="en-US" sz="2800" dirty="0"/>
              <a:t>Orpheus: https://</a:t>
            </a:r>
            <a:r>
              <a:rPr lang="en-US" sz="2800" dirty="0" err="1"/>
              <a:t>www.whoi.edu</a:t>
            </a:r>
            <a:r>
              <a:rPr lang="en-US" sz="2800" dirty="0"/>
              <a:t>/what-we-do/explore/underwater-vehicles/</a:t>
            </a:r>
            <a:r>
              <a:rPr lang="en-US" sz="2800" dirty="0" err="1"/>
              <a:t>auvs</a:t>
            </a:r>
            <a:r>
              <a:rPr lang="en-US" sz="2800" dirty="0"/>
              <a:t>/</a:t>
            </a:r>
            <a:r>
              <a:rPr lang="en-US" sz="2800" dirty="0" err="1"/>
              <a:t>orpheus</a:t>
            </a:r>
            <a:r>
              <a:rPr lang="en-US" sz="2800" dirty="0"/>
              <a:t>/</a:t>
            </a:r>
          </a:p>
          <a:p>
            <a:r>
              <a:rPr lang="en-US" sz="2800" dirty="0"/>
              <a:t>i2MAP: https://</a:t>
            </a:r>
            <a:r>
              <a:rPr lang="en-US" sz="2800" dirty="0" err="1"/>
              <a:t>www.mbari.org</a:t>
            </a:r>
            <a:r>
              <a:rPr lang="en-US" sz="2800" dirty="0"/>
              <a:t>/technology/i2map/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59A8F8-ADC6-401C-83FE-1703170D9E28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17531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59A8F8-ADC6-401C-83FE-1703170D9E28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41263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59A8F8-ADC6-401C-83FE-1703170D9E28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09238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59A8F8-ADC6-401C-83FE-1703170D9E28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47141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1000" y="4754880"/>
            <a:ext cx="11430000" cy="1371600"/>
          </a:xfrm>
        </p:spPr>
        <p:txBody>
          <a:bodyPr anchor="b" anchorCtr="0">
            <a:normAutofit/>
          </a:bodyPr>
          <a:lstStyle>
            <a:lvl1pPr algn="ctr">
              <a:defRPr sz="4400" baseline="0"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81528" y="6126480"/>
            <a:ext cx="6035040" cy="4572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Click to edit Master subtitle style</a:t>
            </a:r>
            <a:endParaRPr lang="en-US" noProof="0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A5C2095F-7B39-4759-AE92-AE50B6BA532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2" cy="4498848"/>
          </a:xfrm>
          <a:solidFill>
            <a:schemeClr val="accent5"/>
          </a:solidFill>
        </p:spPr>
        <p:txBody>
          <a:bodyPr>
            <a:normAutofit/>
          </a:bodyPr>
          <a:lstStyle>
            <a:lvl1pPr marL="0" indent="0">
              <a:buNone/>
              <a:defRPr sz="2000"/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grpSp>
        <p:nvGrpSpPr>
          <p:cNvPr id="9" name="Bottom Right">
            <a:extLst>
              <a:ext uri="{FF2B5EF4-FFF2-40B4-BE49-F238E27FC236}">
                <a16:creationId xmlns:a16="http://schemas.microsoft.com/office/drawing/2014/main" id="{0ADFF9C3-7C25-4ED5-81ED-9431FC8E32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-1" y="4222592"/>
            <a:ext cx="4572000" cy="2635408"/>
            <a:chOff x="7980400" y="3276601"/>
            <a:chExt cx="4211600" cy="3581399"/>
          </a:xfrm>
        </p:grpSpPr>
        <p:grpSp>
          <p:nvGrpSpPr>
            <p:cNvPr id="10" name="Graphic 157">
              <a:extLst>
                <a:ext uri="{FF2B5EF4-FFF2-40B4-BE49-F238E27FC236}">
                  <a16:creationId xmlns:a16="http://schemas.microsoft.com/office/drawing/2014/main" id="{3855FED8-087A-4ECA-B19E-7F86739CBA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2740" y="3276601"/>
              <a:ext cx="3529260" cy="3581397"/>
              <a:chOff x="4114800" y="1423987"/>
              <a:chExt cx="3961542" cy="4007547"/>
            </a:xfrm>
            <a:noFill/>
          </p:grpSpPr>
          <p:sp>
            <p:nvSpPr>
              <p:cNvPr id="12" name="Freeform: Shape 24">
                <a:extLst>
                  <a:ext uri="{FF2B5EF4-FFF2-40B4-BE49-F238E27FC236}">
                    <a16:creationId xmlns:a16="http://schemas.microsoft.com/office/drawing/2014/main" id="{A926BA7E-AF91-486C-A25D-9D87EB199516}"/>
                  </a:ext>
                </a:extLst>
              </p:cNvPr>
              <p:cNvSpPr/>
              <p:nvPr/>
            </p:nvSpPr>
            <p:spPr>
              <a:xfrm>
                <a:off x="4114800" y="1423987"/>
                <a:ext cx="3946874" cy="3989641"/>
              </a:xfrm>
              <a:custGeom>
                <a:avLst/>
                <a:gdLst>
                  <a:gd name="connsiteX0" fmla="*/ 0 w 3946874"/>
                  <a:gd name="connsiteY0" fmla="*/ 3989641 h 3989641"/>
                  <a:gd name="connsiteX1" fmla="*/ 79439 w 3946874"/>
                  <a:gd name="connsiteY1" fmla="*/ 3891153 h 3989641"/>
                  <a:gd name="connsiteX2" fmla="*/ 297371 w 3946874"/>
                  <a:gd name="connsiteY2" fmla="*/ 3626930 h 3989641"/>
                  <a:gd name="connsiteX3" fmla="*/ 454343 w 3946874"/>
                  <a:gd name="connsiteY3" fmla="*/ 3440335 h 3989641"/>
                  <a:gd name="connsiteX4" fmla="*/ 622363 w 3946874"/>
                  <a:gd name="connsiteY4" fmla="*/ 3290697 h 3989641"/>
                  <a:gd name="connsiteX5" fmla="*/ 927068 w 3946874"/>
                  <a:gd name="connsiteY5" fmla="*/ 3087434 h 3989641"/>
                  <a:gd name="connsiteX6" fmla="*/ 1176338 w 3946874"/>
                  <a:gd name="connsiteY6" fmla="*/ 2915603 h 3989641"/>
                  <a:gd name="connsiteX7" fmla="*/ 1394270 w 3946874"/>
                  <a:gd name="connsiteY7" fmla="*/ 2780729 h 3989641"/>
                  <a:gd name="connsiteX8" fmla="*/ 1601057 w 3946874"/>
                  <a:gd name="connsiteY8" fmla="*/ 2723483 h 3989641"/>
                  <a:gd name="connsiteX9" fmla="*/ 1756220 w 3946874"/>
                  <a:gd name="connsiteY9" fmla="*/ 2743772 h 3989641"/>
                  <a:gd name="connsiteX10" fmla="*/ 1889189 w 3946874"/>
                  <a:gd name="connsiteY10" fmla="*/ 2765965 h 3989641"/>
                  <a:gd name="connsiteX11" fmla="*/ 2007394 w 3946874"/>
                  <a:gd name="connsiteY11" fmla="*/ 2765965 h 3989641"/>
                  <a:gd name="connsiteX12" fmla="*/ 2184654 w 3946874"/>
                  <a:gd name="connsiteY12" fmla="*/ 2671763 h 3989641"/>
                  <a:gd name="connsiteX13" fmla="*/ 2372773 w 3946874"/>
                  <a:gd name="connsiteY13" fmla="*/ 2538984 h 3989641"/>
                  <a:gd name="connsiteX14" fmla="*/ 2439543 w 3946874"/>
                  <a:gd name="connsiteY14" fmla="*/ 2510504 h 3989641"/>
                  <a:gd name="connsiteX15" fmla="*/ 2650617 w 3946874"/>
                  <a:gd name="connsiteY15" fmla="*/ 2434781 h 3989641"/>
                  <a:gd name="connsiteX16" fmla="*/ 2785110 w 3946874"/>
                  <a:gd name="connsiteY16" fmla="*/ 2383060 h 3989641"/>
                  <a:gd name="connsiteX17" fmla="*/ 2897315 w 3946874"/>
                  <a:gd name="connsiteY17" fmla="*/ 2318861 h 3989641"/>
                  <a:gd name="connsiteX18" fmla="*/ 2997994 w 3946874"/>
                  <a:gd name="connsiteY18" fmla="*/ 2226183 h 3989641"/>
                  <a:gd name="connsiteX19" fmla="*/ 3061240 w 3946874"/>
                  <a:gd name="connsiteY19" fmla="*/ 2141506 h 3989641"/>
                  <a:gd name="connsiteX20" fmla="*/ 3152108 w 3946874"/>
                  <a:gd name="connsiteY20" fmla="*/ 2005203 h 3989641"/>
                  <a:gd name="connsiteX21" fmla="*/ 3274124 w 3946874"/>
                  <a:gd name="connsiteY21" fmla="*/ 1871567 h 3989641"/>
                  <a:gd name="connsiteX22" fmla="*/ 3388138 w 3946874"/>
                  <a:gd name="connsiteY22" fmla="*/ 1770888 h 3989641"/>
                  <a:gd name="connsiteX23" fmla="*/ 3466529 w 3946874"/>
                  <a:gd name="connsiteY23" fmla="*/ 1679162 h 3989641"/>
                  <a:gd name="connsiteX24" fmla="*/ 3538633 w 3946874"/>
                  <a:gd name="connsiteY24" fmla="*/ 1551718 h 3989641"/>
                  <a:gd name="connsiteX25" fmla="*/ 3588544 w 3946874"/>
                  <a:gd name="connsiteY25" fmla="*/ 1376172 h 3989641"/>
                  <a:gd name="connsiteX26" fmla="*/ 3597402 w 3946874"/>
                  <a:gd name="connsiteY26" fmla="*/ 1293305 h 3989641"/>
                  <a:gd name="connsiteX27" fmla="*/ 3721227 w 3946874"/>
                  <a:gd name="connsiteY27" fmla="*/ 880491 h 3989641"/>
                  <a:gd name="connsiteX28" fmla="*/ 3761137 w 3946874"/>
                  <a:gd name="connsiteY28" fmla="*/ 463677 h 3989641"/>
                  <a:gd name="connsiteX29" fmla="*/ 3946874 w 3946874"/>
                  <a:gd name="connsiteY29" fmla="*/ 0 h 39896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3946874" h="3989641">
                    <a:moveTo>
                      <a:pt x="0" y="3989641"/>
                    </a:moveTo>
                    <a:cubicBezTo>
                      <a:pt x="19050" y="3957257"/>
                      <a:pt x="50959" y="3916013"/>
                      <a:pt x="79439" y="3891153"/>
                    </a:cubicBezTo>
                    <a:cubicBezTo>
                      <a:pt x="165544" y="3815906"/>
                      <a:pt x="227933" y="3717989"/>
                      <a:pt x="297371" y="3626930"/>
                    </a:cubicBezTo>
                    <a:cubicBezTo>
                      <a:pt x="346615" y="3562255"/>
                      <a:pt x="398050" y="3499009"/>
                      <a:pt x="454343" y="3440335"/>
                    </a:cubicBezTo>
                    <a:cubicBezTo>
                      <a:pt x="506349" y="3386042"/>
                      <a:pt x="562642" y="3336227"/>
                      <a:pt x="622363" y="3290697"/>
                    </a:cubicBezTo>
                    <a:cubicBezTo>
                      <a:pt x="719519" y="3216688"/>
                      <a:pt x="824960" y="3154585"/>
                      <a:pt x="927068" y="3087434"/>
                    </a:cubicBezTo>
                    <a:cubicBezTo>
                      <a:pt x="1011365" y="3031998"/>
                      <a:pt x="1093565" y="2973324"/>
                      <a:pt x="1176338" y="2915603"/>
                    </a:cubicBezTo>
                    <a:cubicBezTo>
                      <a:pt x="1246537" y="2866644"/>
                      <a:pt x="1317308" y="2818066"/>
                      <a:pt x="1394270" y="2780729"/>
                    </a:cubicBezTo>
                    <a:cubicBezTo>
                      <a:pt x="1459421" y="2749106"/>
                      <a:pt x="1528763" y="2724436"/>
                      <a:pt x="1601057" y="2723483"/>
                    </a:cubicBezTo>
                    <a:cubicBezTo>
                      <a:pt x="1653350" y="2722721"/>
                      <a:pt x="1704785" y="2733485"/>
                      <a:pt x="1756220" y="2743772"/>
                    </a:cubicBezTo>
                    <a:cubicBezTo>
                      <a:pt x="1800320" y="2752630"/>
                      <a:pt x="1844612" y="2760250"/>
                      <a:pt x="1889189" y="2765965"/>
                    </a:cubicBezTo>
                    <a:cubicBezTo>
                      <a:pt x="1928622" y="2771013"/>
                      <a:pt x="1968437" y="2773299"/>
                      <a:pt x="2007394" y="2765965"/>
                    </a:cubicBezTo>
                    <a:cubicBezTo>
                      <a:pt x="2073878" y="2753487"/>
                      <a:pt x="2130647" y="2712911"/>
                      <a:pt x="2184654" y="2671763"/>
                    </a:cubicBezTo>
                    <a:cubicBezTo>
                      <a:pt x="2245900" y="2625090"/>
                      <a:pt x="2304002" y="2573465"/>
                      <a:pt x="2372773" y="2538984"/>
                    </a:cubicBezTo>
                    <a:cubicBezTo>
                      <a:pt x="2394395" y="2528126"/>
                      <a:pt x="2416874" y="2518982"/>
                      <a:pt x="2439543" y="2510504"/>
                    </a:cubicBezTo>
                    <a:cubicBezTo>
                      <a:pt x="2509552" y="2484215"/>
                      <a:pt x="2580037" y="2459450"/>
                      <a:pt x="2650617" y="2434781"/>
                    </a:cubicBezTo>
                    <a:cubicBezTo>
                      <a:pt x="2695956" y="2418874"/>
                      <a:pt x="2741295" y="2402872"/>
                      <a:pt x="2785110" y="2383060"/>
                    </a:cubicBezTo>
                    <a:cubicBezTo>
                      <a:pt x="2824448" y="2365248"/>
                      <a:pt x="2862358" y="2344198"/>
                      <a:pt x="2897315" y="2318861"/>
                    </a:cubicBezTo>
                    <a:cubicBezTo>
                      <a:pt x="2934367" y="2292096"/>
                      <a:pt x="2968085" y="2260854"/>
                      <a:pt x="2997994" y="2226183"/>
                    </a:cubicBezTo>
                    <a:cubicBezTo>
                      <a:pt x="3020949" y="2199513"/>
                      <a:pt x="3041714" y="2170938"/>
                      <a:pt x="3061240" y="2141506"/>
                    </a:cubicBezTo>
                    <a:cubicBezTo>
                      <a:pt x="3091529" y="2095976"/>
                      <a:pt x="3119533" y="2049018"/>
                      <a:pt x="3152108" y="2005203"/>
                    </a:cubicBezTo>
                    <a:cubicBezTo>
                      <a:pt x="3188113" y="1956626"/>
                      <a:pt x="3229261" y="1912144"/>
                      <a:pt x="3274124" y="1871567"/>
                    </a:cubicBezTo>
                    <a:cubicBezTo>
                      <a:pt x="3311747" y="1837563"/>
                      <a:pt x="3351848" y="1806321"/>
                      <a:pt x="3388138" y="1770888"/>
                    </a:cubicBezTo>
                    <a:cubicBezTo>
                      <a:pt x="3416999" y="1742694"/>
                      <a:pt x="3443002" y="1711833"/>
                      <a:pt x="3466529" y="1679162"/>
                    </a:cubicBezTo>
                    <a:cubicBezTo>
                      <a:pt x="3495008" y="1639348"/>
                      <a:pt x="3519392" y="1596771"/>
                      <a:pt x="3538633" y="1551718"/>
                    </a:cubicBezTo>
                    <a:cubicBezTo>
                      <a:pt x="3562731" y="1495616"/>
                      <a:pt x="3578924" y="1436465"/>
                      <a:pt x="3588544" y="1376172"/>
                    </a:cubicBezTo>
                    <a:cubicBezTo>
                      <a:pt x="3592925" y="1348740"/>
                      <a:pt x="3595688" y="1321022"/>
                      <a:pt x="3597402" y="1293305"/>
                    </a:cubicBezTo>
                    <a:cubicBezTo>
                      <a:pt x="3605974" y="1155859"/>
                      <a:pt x="3717703" y="1018127"/>
                      <a:pt x="3721227" y="880491"/>
                    </a:cubicBezTo>
                    <a:cubicBezTo>
                      <a:pt x="3724751" y="740855"/>
                      <a:pt x="3743135" y="602171"/>
                      <a:pt x="3761137" y="463677"/>
                    </a:cubicBezTo>
                    <a:cubicBezTo>
                      <a:pt x="3776186" y="347758"/>
                      <a:pt x="3934968" y="116205"/>
                      <a:pt x="3946874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rtl="0"/>
                <a:endParaRPr lang="en-US" noProof="0" dirty="0"/>
              </a:p>
            </p:txBody>
          </p:sp>
          <p:sp>
            <p:nvSpPr>
              <p:cNvPr id="13" name="Freeform: Shape 25">
                <a:extLst>
                  <a:ext uri="{FF2B5EF4-FFF2-40B4-BE49-F238E27FC236}">
                    <a16:creationId xmlns:a16="http://schemas.microsoft.com/office/drawing/2014/main" id="{86FE3C9D-35BA-4B6F-BA75-1B08C63477BB}"/>
                  </a:ext>
                </a:extLst>
              </p:cNvPr>
              <p:cNvSpPr/>
              <p:nvPr/>
            </p:nvSpPr>
            <p:spPr>
              <a:xfrm>
                <a:off x="4395978" y="2441733"/>
                <a:ext cx="3665410" cy="2985611"/>
              </a:xfrm>
              <a:custGeom>
                <a:avLst/>
                <a:gdLst>
                  <a:gd name="connsiteX0" fmla="*/ 0 w 3665410"/>
                  <a:gd name="connsiteY0" fmla="*/ 2985611 h 2985611"/>
                  <a:gd name="connsiteX1" fmla="*/ 166211 w 3665410"/>
                  <a:gd name="connsiteY1" fmla="*/ 2699766 h 2985611"/>
                  <a:gd name="connsiteX2" fmla="*/ 397002 w 3665410"/>
                  <a:gd name="connsiteY2" fmla="*/ 2414969 h 2985611"/>
                  <a:gd name="connsiteX3" fmla="*/ 620173 w 3665410"/>
                  <a:gd name="connsiteY3" fmla="*/ 2237899 h 2985611"/>
                  <a:gd name="connsiteX4" fmla="*/ 823341 w 3665410"/>
                  <a:gd name="connsiteY4" fmla="*/ 2085499 h 2985611"/>
                  <a:gd name="connsiteX5" fmla="*/ 1089565 w 3665410"/>
                  <a:gd name="connsiteY5" fmla="*/ 1911477 h 2985611"/>
                  <a:gd name="connsiteX6" fmla="*/ 1145000 w 3665410"/>
                  <a:gd name="connsiteY6" fmla="*/ 1886807 h 2985611"/>
                  <a:gd name="connsiteX7" fmla="*/ 1375791 w 3665410"/>
                  <a:gd name="connsiteY7" fmla="*/ 1842135 h 2985611"/>
                  <a:gd name="connsiteX8" fmla="*/ 1486567 w 3665410"/>
                  <a:gd name="connsiteY8" fmla="*/ 1857566 h 2985611"/>
                  <a:gd name="connsiteX9" fmla="*/ 1568101 w 3665410"/>
                  <a:gd name="connsiteY9" fmla="*/ 1871377 h 2985611"/>
                  <a:gd name="connsiteX10" fmla="*/ 1810607 w 3665410"/>
                  <a:gd name="connsiteY10" fmla="*/ 1871377 h 2985611"/>
                  <a:gd name="connsiteX11" fmla="*/ 1997964 w 3665410"/>
                  <a:gd name="connsiteY11" fmla="*/ 1790605 h 2985611"/>
                  <a:gd name="connsiteX12" fmla="*/ 2109883 w 3665410"/>
                  <a:gd name="connsiteY12" fmla="*/ 1702784 h 2985611"/>
                  <a:gd name="connsiteX13" fmla="*/ 2321433 w 3665410"/>
                  <a:gd name="connsiteY13" fmla="*/ 1552384 h 2985611"/>
                  <a:gd name="connsiteX14" fmla="*/ 2558891 w 3665410"/>
                  <a:gd name="connsiteY14" fmla="*/ 1453420 h 2985611"/>
                  <a:gd name="connsiteX15" fmla="*/ 2709767 w 3665410"/>
                  <a:gd name="connsiteY15" fmla="*/ 1377887 h 2985611"/>
                  <a:gd name="connsiteX16" fmla="*/ 2885408 w 3665410"/>
                  <a:gd name="connsiteY16" fmla="*/ 1237393 h 2985611"/>
                  <a:gd name="connsiteX17" fmla="*/ 3017711 w 3665410"/>
                  <a:gd name="connsiteY17" fmla="*/ 1072229 h 2985611"/>
                  <a:gd name="connsiteX18" fmla="*/ 3150680 w 3665410"/>
                  <a:gd name="connsiteY18" fmla="*/ 921830 h 2985611"/>
                  <a:gd name="connsiteX19" fmla="*/ 3255169 w 3665410"/>
                  <a:gd name="connsiteY19" fmla="*/ 801815 h 2985611"/>
                  <a:gd name="connsiteX20" fmla="*/ 3339275 w 3665410"/>
                  <a:gd name="connsiteY20" fmla="*/ 694182 h 2985611"/>
                  <a:gd name="connsiteX21" fmla="*/ 3409188 w 3665410"/>
                  <a:gd name="connsiteY21" fmla="*/ 546926 h 2985611"/>
                  <a:gd name="connsiteX22" fmla="*/ 3464243 w 3665410"/>
                  <a:gd name="connsiteY22" fmla="*/ 347663 h 2985611"/>
                  <a:gd name="connsiteX23" fmla="*/ 3665411 w 3665410"/>
                  <a:gd name="connsiteY23" fmla="*/ 0 h 29856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665410" h="2985611">
                    <a:moveTo>
                      <a:pt x="0" y="2985611"/>
                    </a:moveTo>
                    <a:cubicBezTo>
                      <a:pt x="0" y="2985611"/>
                      <a:pt x="86773" y="2802827"/>
                      <a:pt x="166211" y="2699766"/>
                    </a:cubicBezTo>
                    <a:cubicBezTo>
                      <a:pt x="240983" y="2602706"/>
                      <a:pt x="309182" y="2500122"/>
                      <a:pt x="397002" y="2414969"/>
                    </a:cubicBezTo>
                    <a:cubicBezTo>
                      <a:pt x="465296" y="2348865"/>
                      <a:pt x="543592" y="2294477"/>
                      <a:pt x="620173" y="2237899"/>
                    </a:cubicBezTo>
                    <a:cubicBezTo>
                      <a:pt x="688277" y="2187607"/>
                      <a:pt x="755333" y="2135886"/>
                      <a:pt x="823341" y="2085499"/>
                    </a:cubicBezTo>
                    <a:cubicBezTo>
                      <a:pt x="908685" y="2022253"/>
                      <a:pt x="994791" y="1959197"/>
                      <a:pt x="1089565" y="1911477"/>
                    </a:cubicBezTo>
                    <a:cubicBezTo>
                      <a:pt x="1107662" y="1902428"/>
                      <a:pt x="1126141" y="1894141"/>
                      <a:pt x="1145000" y="1886807"/>
                    </a:cubicBezTo>
                    <a:cubicBezTo>
                      <a:pt x="1218819" y="1858232"/>
                      <a:pt x="1296924" y="1838611"/>
                      <a:pt x="1375791" y="1842135"/>
                    </a:cubicBezTo>
                    <a:cubicBezTo>
                      <a:pt x="1413129" y="1843754"/>
                      <a:pt x="1449896" y="1850422"/>
                      <a:pt x="1486567" y="1857566"/>
                    </a:cubicBezTo>
                    <a:cubicBezTo>
                      <a:pt x="1513618" y="1862804"/>
                      <a:pt x="1540859" y="1867376"/>
                      <a:pt x="1568101" y="1871377"/>
                    </a:cubicBezTo>
                    <a:cubicBezTo>
                      <a:pt x="1648778" y="1883188"/>
                      <a:pt x="1730978" y="1887665"/>
                      <a:pt x="1810607" y="1871377"/>
                    </a:cubicBezTo>
                    <a:cubicBezTo>
                      <a:pt x="1877854" y="1857661"/>
                      <a:pt x="1941100" y="1829086"/>
                      <a:pt x="1997964" y="1790605"/>
                    </a:cubicBezTo>
                    <a:cubicBezTo>
                      <a:pt x="2037302" y="1764030"/>
                      <a:pt x="2073497" y="1733264"/>
                      <a:pt x="2109883" y="1702784"/>
                    </a:cubicBezTo>
                    <a:cubicBezTo>
                      <a:pt x="2176367" y="1647063"/>
                      <a:pt x="2244852" y="1593151"/>
                      <a:pt x="2321433" y="1552384"/>
                    </a:cubicBezTo>
                    <a:cubicBezTo>
                      <a:pt x="2397157" y="1512094"/>
                      <a:pt x="2479548" y="1486281"/>
                      <a:pt x="2558891" y="1453420"/>
                    </a:cubicBezTo>
                    <a:cubicBezTo>
                      <a:pt x="2610898" y="1431798"/>
                      <a:pt x="2661571" y="1407033"/>
                      <a:pt x="2709767" y="1377887"/>
                    </a:cubicBezTo>
                    <a:cubicBezTo>
                      <a:pt x="2774252" y="1338929"/>
                      <a:pt x="2834069" y="1292447"/>
                      <a:pt x="2885408" y="1237393"/>
                    </a:cubicBezTo>
                    <a:cubicBezTo>
                      <a:pt x="2933605" y="1185767"/>
                      <a:pt x="2973324" y="1127093"/>
                      <a:pt x="3017711" y="1072229"/>
                    </a:cubicBezTo>
                    <a:cubicBezTo>
                      <a:pt x="3059811" y="1020223"/>
                      <a:pt x="3105912" y="971645"/>
                      <a:pt x="3150680" y="921830"/>
                    </a:cubicBezTo>
                    <a:cubicBezTo>
                      <a:pt x="3186113" y="882396"/>
                      <a:pt x="3220593" y="842010"/>
                      <a:pt x="3255169" y="801815"/>
                    </a:cubicBezTo>
                    <a:cubicBezTo>
                      <a:pt x="3284887" y="767239"/>
                      <a:pt x="3314605" y="732473"/>
                      <a:pt x="3339275" y="694182"/>
                    </a:cubicBezTo>
                    <a:cubicBezTo>
                      <a:pt x="3368707" y="648367"/>
                      <a:pt x="3390138" y="597980"/>
                      <a:pt x="3409188" y="546926"/>
                    </a:cubicBezTo>
                    <a:cubicBezTo>
                      <a:pt x="3433382" y="482156"/>
                      <a:pt x="3453384" y="415861"/>
                      <a:pt x="3464243" y="347663"/>
                    </a:cubicBezTo>
                    <a:cubicBezTo>
                      <a:pt x="3476244" y="272224"/>
                      <a:pt x="3661696" y="76295"/>
                      <a:pt x="366541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rtl="0"/>
                <a:endParaRPr lang="en-US" noProof="0" dirty="0"/>
              </a:p>
            </p:txBody>
          </p:sp>
          <p:sp>
            <p:nvSpPr>
              <p:cNvPr id="14" name="Freeform: Shape 26">
                <a:extLst>
                  <a:ext uri="{FF2B5EF4-FFF2-40B4-BE49-F238E27FC236}">
                    <a16:creationId xmlns:a16="http://schemas.microsoft.com/office/drawing/2014/main" id="{23288AEC-C6CA-4B67-910D-25E4BD973434}"/>
                  </a:ext>
                </a:extLst>
              </p:cNvPr>
              <p:cNvSpPr/>
              <p:nvPr/>
            </p:nvSpPr>
            <p:spPr>
              <a:xfrm>
                <a:off x="7790402" y="5229700"/>
                <a:ext cx="285940" cy="199072"/>
              </a:xfrm>
              <a:custGeom>
                <a:avLst/>
                <a:gdLst>
                  <a:gd name="connsiteX0" fmla="*/ 0 w 285940"/>
                  <a:gd name="connsiteY0" fmla="*/ 199073 h 199072"/>
                  <a:gd name="connsiteX1" fmla="*/ 285940 w 285940"/>
                  <a:gd name="connsiteY1" fmla="*/ 0 h 1990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85940" h="199072">
                    <a:moveTo>
                      <a:pt x="0" y="199073"/>
                    </a:moveTo>
                    <a:cubicBezTo>
                      <a:pt x="0" y="199073"/>
                      <a:pt x="242125" y="39243"/>
                      <a:pt x="28594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rtl="0"/>
                <a:endParaRPr lang="en-US" noProof="0" dirty="0"/>
              </a:p>
            </p:txBody>
          </p:sp>
          <p:sp>
            <p:nvSpPr>
              <p:cNvPr id="15" name="Freeform: Shape 30">
                <a:extLst>
                  <a:ext uri="{FF2B5EF4-FFF2-40B4-BE49-F238E27FC236}">
                    <a16:creationId xmlns:a16="http://schemas.microsoft.com/office/drawing/2014/main" id="{6F549CCC-D405-4BA1-A232-C56449416BE9}"/>
                  </a:ext>
                </a:extLst>
              </p:cNvPr>
              <p:cNvSpPr/>
              <p:nvPr/>
            </p:nvSpPr>
            <p:spPr>
              <a:xfrm>
                <a:off x="7393114" y="5049773"/>
                <a:ext cx="655796" cy="381190"/>
              </a:xfrm>
              <a:custGeom>
                <a:avLst/>
                <a:gdLst>
                  <a:gd name="connsiteX0" fmla="*/ 0 w 655796"/>
                  <a:gd name="connsiteY0" fmla="*/ 381190 h 381190"/>
                  <a:gd name="connsiteX1" fmla="*/ 655796 w 655796"/>
                  <a:gd name="connsiteY1" fmla="*/ 0 h 381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55796" h="381190">
                    <a:moveTo>
                      <a:pt x="0" y="381190"/>
                    </a:moveTo>
                    <a:cubicBezTo>
                      <a:pt x="0" y="381190"/>
                      <a:pt x="461105" y="172117"/>
                      <a:pt x="65579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rtl="0"/>
                <a:endParaRPr lang="en-US" noProof="0" dirty="0"/>
              </a:p>
            </p:txBody>
          </p:sp>
          <p:sp>
            <p:nvSpPr>
              <p:cNvPr id="16" name="Freeform: Shape 31">
                <a:extLst>
                  <a:ext uri="{FF2B5EF4-FFF2-40B4-BE49-F238E27FC236}">
                    <a16:creationId xmlns:a16="http://schemas.microsoft.com/office/drawing/2014/main" id="{0173928B-6BE7-48C8-BC2D-FA9D803DE7F3}"/>
                  </a:ext>
                </a:extLst>
              </p:cNvPr>
              <p:cNvSpPr/>
              <p:nvPr/>
            </p:nvSpPr>
            <p:spPr>
              <a:xfrm>
                <a:off x="5154072" y="3867816"/>
                <a:ext cx="2907315" cy="1544764"/>
              </a:xfrm>
              <a:custGeom>
                <a:avLst/>
                <a:gdLst>
                  <a:gd name="connsiteX0" fmla="*/ 0 w 2907315"/>
                  <a:gd name="connsiteY0" fmla="*/ 1544764 h 1544764"/>
                  <a:gd name="connsiteX1" fmla="*/ 201644 w 2907315"/>
                  <a:gd name="connsiteY1" fmla="*/ 1352550 h 1544764"/>
                  <a:gd name="connsiteX2" fmla="*/ 423196 w 2907315"/>
                  <a:gd name="connsiteY2" fmla="*/ 1196054 h 1544764"/>
                  <a:gd name="connsiteX3" fmla="*/ 782193 w 2907315"/>
                  <a:gd name="connsiteY3" fmla="*/ 1099947 h 1544764"/>
                  <a:gd name="connsiteX4" fmla="*/ 1052513 w 2907315"/>
                  <a:gd name="connsiteY4" fmla="*/ 1042321 h 1544764"/>
                  <a:gd name="connsiteX5" fmla="*/ 1311783 w 2907315"/>
                  <a:gd name="connsiteY5" fmla="*/ 1056037 h 1544764"/>
                  <a:gd name="connsiteX6" fmla="*/ 1484662 w 2907315"/>
                  <a:gd name="connsiteY6" fmla="*/ 1083469 h 1544764"/>
                  <a:gd name="connsiteX7" fmla="*/ 1788224 w 2907315"/>
                  <a:gd name="connsiteY7" fmla="*/ 1023080 h 1544764"/>
                  <a:gd name="connsiteX8" fmla="*/ 2269045 w 2907315"/>
                  <a:gd name="connsiteY8" fmla="*/ 734758 h 1544764"/>
                  <a:gd name="connsiteX9" fmla="*/ 2534984 w 2907315"/>
                  <a:gd name="connsiteY9" fmla="*/ 572738 h 1544764"/>
                  <a:gd name="connsiteX10" fmla="*/ 2907316 w 2907315"/>
                  <a:gd name="connsiteY10" fmla="*/ 0 h 154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907315" h="1544764">
                    <a:moveTo>
                      <a:pt x="0" y="1544764"/>
                    </a:moveTo>
                    <a:cubicBezTo>
                      <a:pt x="0" y="1544764"/>
                      <a:pt x="98012" y="1443990"/>
                      <a:pt x="201644" y="1352550"/>
                    </a:cubicBezTo>
                    <a:cubicBezTo>
                      <a:pt x="271272" y="1291209"/>
                      <a:pt x="343662" y="1234249"/>
                      <a:pt x="423196" y="1196054"/>
                    </a:cubicBezTo>
                    <a:cubicBezTo>
                      <a:pt x="537591" y="1141095"/>
                      <a:pt x="661226" y="1127189"/>
                      <a:pt x="782193" y="1099947"/>
                    </a:cubicBezTo>
                    <a:cubicBezTo>
                      <a:pt x="872300" y="1079659"/>
                      <a:pt x="961358" y="1051370"/>
                      <a:pt x="1052513" y="1042321"/>
                    </a:cubicBezTo>
                    <a:cubicBezTo>
                      <a:pt x="1139000" y="1033653"/>
                      <a:pt x="1225868" y="1040321"/>
                      <a:pt x="1311783" y="1056037"/>
                    </a:cubicBezTo>
                    <a:cubicBezTo>
                      <a:pt x="1369314" y="1066609"/>
                      <a:pt x="1426559" y="1079373"/>
                      <a:pt x="1484662" y="1083469"/>
                    </a:cubicBezTo>
                    <a:cubicBezTo>
                      <a:pt x="1587913" y="1090803"/>
                      <a:pt x="1690402" y="1064800"/>
                      <a:pt x="1788224" y="1023080"/>
                    </a:cubicBezTo>
                    <a:cubicBezTo>
                      <a:pt x="1956721" y="951262"/>
                      <a:pt x="2106549" y="825722"/>
                      <a:pt x="2269045" y="734758"/>
                    </a:cubicBezTo>
                    <a:cubicBezTo>
                      <a:pt x="2359438" y="684181"/>
                      <a:pt x="2452497" y="640556"/>
                      <a:pt x="2534984" y="572738"/>
                    </a:cubicBezTo>
                    <a:cubicBezTo>
                      <a:pt x="2673001" y="459391"/>
                      <a:pt x="2847023" y="191453"/>
                      <a:pt x="290731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rtl="0"/>
                <a:endParaRPr lang="en-US" noProof="0" dirty="0"/>
              </a:p>
            </p:txBody>
          </p:sp>
          <p:sp>
            <p:nvSpPr>
              <p:cNvPr id="17" name="Freeform: Shape 32">
                <a:extLst>
                  <a:ext uri="{FF2B5EF4-FFF2-40B4-BE49-F238E27FC236}">
                    <a16:creationId xmlns:a16="http://schemas.microsoft.com/office/drawing/2014/main" id="{15D84E21-7BFE-4F1A-AFFC-A624A12B4339}"/>
                  </a:ext>
                </a:extLst>
              </p:cNvPr>
              <p:cNvSpPr/>
              <p:nvPr/>
            </p:nvSpPr>
            <p:spPr>
              <a:xfrm>
                <a:off x="4907946" y="3479100"/>
                <a:ext cx="3168300" cy="1952434"/>
              </a:xfrm>
              <a:custGeom>
                <a:avLst/>
                <a:gdLst>
                  <a:gd name="connsiteX0" fmla="*/ 0 w 3168300"/>
                  <a:gd name="connsiteY0" fmla="*/ 1952435 h 1952434"/>
                  <a:gd name="connsiteX1" fmla="*/ 202121 w 3168300"/>
                  <a:gd name="connsiteY1" fmla="*/ 1687068 h 1952434"/>
                  <a:gd name="connsiteX2" fmla="*/ 545116 w 3168300"/>
                  <a:gd name="connsiteY2" fmla="*/ 1450277 h 1952434"/>
                  <a:gd name="connsiteX3" fmla="*/ 906780 w 3168300"/>
                  <a:gd name="connsiteY3" fmla="*/ 1354455 h 1952434"/>
                  <a:gd name="connsiteX4" fmla="*/ 1332262 w 3168300"/>
                  <a:gd name="connsiteY4" fmla="*/ 1285304 h 1952434"/>
                  <a:gd name="connsiteX5" fmla="*/ 1691259 w 3168300"/>
                  <a:gd name="connsiteY5" fmla="*/ 1240060 h 1952434"/>
                  <a:gd name="connsiteX6" fmla="*/ 2010346 w 3168300"/>
                  <a:gd name="connsiteY6" fmla="*/ 1141667 h 1952434"/>
                  <a:gd name="connsiteX7" fmla="*/ 2393252 w 3168300"/>
                  <a:gd name="connsiteY7" fmla="*/ 1027271 h 1952434"/>
                  <a:gd name="connsiteX8" fmla="*/ 2582037 w 3168300"/>
                  <a:gd name="connsiteY8" fmla="*/ 958120 h 1952434"/>
                  <a:gd name="connsiteX9" fmla="*/ 2760155 w 3168300"/>
                  <a:gd name="connsiteY9" fmla="*/ 827723 h 1952434"/>
                  <a:gd name="connsiteX10" fmla="*/ 2914364 w 3168300"/>
                  <a:gd name="connsiteY10" fmla="*/ 567023 h 1952434"/>
                  <a:gd name="connsiteX11" fmla="*/ 3168301 w 3168300"/>
                  <a:gd name="connsiteY11" fmla="*/ 0 h 1952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168300" h="1952434">
                    <a:moveTo>
                      <a:pt x="0" y="1952435"/>
                    </a:moveTo>
                    <a:cubicBezTo>
                      <a:pt x="0" y="1952435"/>
                      <a:pt x="91059" y="1796415"/>
                      <a:pt x="202121" y="1687068"/>
                    </a:cubicBezTo>
                    <a:cubicBezTo>
                      <a:pt x="301943" y="1588675"/>
                      <a:pt x="416528" y="1505617"/>
                      <a:pt x="545116" y="1450277"/>
                    </a:cubicBezTo>
                    <a:cubicBezTo>
                      <a:pt x="659987" y="1400747"/>
                      <a:pt x="783622" y="1377601"/>
                      <a:pt x="906780" y="1354455"/>
                    </a:cubicBezTo>
                    <a:cubicBezTo>
                      <a:pt x="1048036" y="1327976"/>
                      <a:pt x="1189482" y="1301972"/>
                      <a:pt x="1332262" y="1285304"/>
                    </a:cubicBezTo>
                    <a:cubicBezTo>
                      <a:pt x="1452182" y="1271302"/>
                      <a:pt x="1573340" y="1265873"/>
                      <a:pt x="1691259" y="1240060"/>
                    </a:cubicBezTo>
                    <a:cubicBezTo>
                      <a:pt x="1800035" y="1216247"/>
                      <a:pt x="1904619" y="1176718"/>
                      <a:pt x="2010346" y="1141667"/>
                    </a:cubicBezTo>
                    <a:cubicBezTo>
                      <a:pt x="2136743" y="1099661"/>
                      <a:pt x="2265902" y="1066229"/>
                      <a:pt x="2393252" y="1027271"/>
                    </a:cubicBezTo>
                    <a:cubicBezTo>
                      <a:pt x="2457450" y="1007650"/>
                      <a:pt x="2521744" y="987552"/>
                      <a:pt x="2582037" y="958120"/>
                    </a:cubicBezTo>
                    <a:cubicBezTo>
                      <a:pt x="2648807" y="925449"/>
                      <a:pt x="2710815" y="883349"/>
                      <a:pt x="2760155" y="827723"/>
                    </a:cubicBezTo>
                    <a:cubicBezTo>
                      <a:pt x="2827496" y="751904"/>
                      <a:pt x="2867978" y="657511"/>
                      <a:pt x="2914364" y="567023"/>
                    </a:cubicBezTo>
                    <a:cubicBezTo>
                      <a:pt x="2972753" y="453200"/>
                      <a:pt x="3119152" y="118015"/>
                      <a:pt x="316830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rtl="0"/>
                <a:endParaRPr lang="en-US" noProof="0" dirty="0"/>
              </a:p>
            </p:txBody>
          </p:sp>
          <p:sp>
            <p:nvSpPr>
              <p:cNvPr id="18" name="Freeform: Shape 36">
                <a:extLst>
                  <a:ext uri="{FF2B5EF4-FFF2-40B4-BE49-F238E27FC236}">
                    <a16:creationId xmlns:a16="http://schemas.microsoft.com/office/drawing/2014/main" id="{2DEA3AAE-0C03-42C2-A70B-763D840692BB}"/>
                  </a:ext>
                </a:extLst>
              </p:cNvPr>
              <p:cNvSpPr/>
              <p:nvPr/>
            </p:nvSpPr>
            <p:spPr>
              <a:xfrm>
                <a:off x="4704778" y="2976752"/>
                <a:ext cx="3356800" cy="2452020"/>
              </a:xfrm>
              <a:custGeom>
                <a:avLst/>
                <a:gdLst>
                  <a:gd name="connsiteX0" fmla="*/ 0 w 3356800"/>
                  <a:gd name="connsiteY0" fmla="*/ 2452021 h 2452020"/>
                  <a:gd name="connsiteX1" fmla="*/ 130874 w 3356800"/>
                  <a:gd name="connsiteY1" fmla="*/ 2247710 h 2452020"/>
                  <a:gd name="connsiteX2" fmla="*/ 437197 w 3356800"/>
                  <a:gd name="connsiteY2" fmla="*/ 1941195 h 2452020"/>
                  <a:gd name="connsiteX3" fmla="*/ 737140 w 3356800"/>
                  <a:gd name="connsiteY3" fmla="*/ 1736884 h 2452020"/>
                  <a:gd name="connsiteX4" fmla="*/ 1031843 w 3356800"/>
                  <a:gd name="connsiteY4" fmla="*/ 1685068 h 2452020"/>
                  <a:gd name="connsiteX5" fmla="*/ 1287304 w 3356800"/>
                  <a:gd name="connsiteY5" fmla="*/ 1655826 h 2452020"/>
                  <a:gd name="connsiteX6" fmla="*/ 1471994 w 3356800"/>
                  <a:gd name="connsiteY6" fmla="*/ 1634300 h 2452020"/>
                  <a:gd name="connsiteX7" fmla="*/ 1898237 w 3356800"/>
                  <a:gd name="connsiteY7" fmla="*/ 1512665 h 2452020"/>
                  <a:gd name="connsiteX8" fmla="*/ 2229136 w 3356800"/>
                  <a:gd name="connsiteY8" fmla="*/ 1355598 h 2452020"/>
                  <a:gd name="connsiteX9" fmla="*/ 2512314 w 3356800"/>
                  <a:gd name="connsiteY9" fmla="*/ 1238631 h 2452020"/>
                  <a:gd name="connsiteX10" fmla="*/ 2758535 w 3356800"/>
                  <a:gd name="connsiteY10" fmla="*/ 1096994 h 2452020"/>
                  <a:gd name="connsiteX11" fmla="*/ 2935510 w 3356800"/>
                  <a:gd name="connsiteY11" fmla="*/ 919925 h 2452020"/>
                  <a:gd name="connsiteX12" fmla="*/ 3081719 w 3356800"/>
                  <a:gd name="connsiteY12" fmla="*/ 687419 h 2452020"/>
                  <a:gd name="connsiteX13" fmla="*/ 3356800 w 3356800"/>
                  <a:gd name="connsiteY13" fmla="*/ 0 h 24520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356800" h="2452020">
                    <a:moveTo>
                      <a:pt x="0" y="2452021"/>
                    </a:moveTo>
                    <a:cubicBezTo>
                      <a:pt x="0" y="2452021"/>
                      <a:pt x="57150" y="2344198"/>
                      <a:pt x="130874" y="2247710"/>
                    </a:cubicBezTo>
                    <a:cubicBezTo>
                      <a:pt x="218694" y="2132648"/>
                      <a:pt x="328136" y="2036635"/>
                      <a:pt x="437197" y="1941195"/>
                    </a:cubicBezTo>
                    <a:cubicBezTo>
                      <a:pt x="529304" y="1860709"/>
                      <a:pt x="623030" y="1779556"/>
                      <a:pt x="737140" y="1736884"/>
                    </a:cubicBezTo>
                    <a:cubicBezTo>
                      <a:pt x="830866" y="1701736"/>
                      <a:pt x="932021" y="1695450"/>
                      <a:pt x="1031843" y="1685068"/>
                    </a:cubicBezTo>
                    <a:cubicBezTo>
                      <a:pt x="1117092" y="1676210"/>
                      <a:pt x="1202055" y="1665160"/>
                      <a:pt x="1287304" y="1655826"/>
                    </a:cubicBezTo>
                    <a:cubicBezTo>
                      <a:pt x="1348931" y="1649063"/>
                      <a:pt x="1410653" y="1643539"/>
                      <a:pt x="1471994" y="1634300"/>
                    </a:cubicBezTo>
                    <a:cubicBezTo>
                      <a:pt x="1618679" y="1612011"/>
                      <a:pt x="1761935" y="1571149"/>
                      <a:pt x="1898237" y="1512665"/>
                    </a:cubicBezTo>
                    <a:cubicBezTo>
                      <a:pt x="2010442" y="1464564"/>
                      <a:pt x="2117503" y="1405128"/>
                      <a:pt x="2229136" y="1355598"/>
                    </a:cubicBezTo>
                    <a:cubicBezTo>
                      <a:pt x="2322481" y="1314164"/>
                      <a:pt x="2418969" y="1280160"/>
                      <a:pt x="2512314" y="1238631"/>
                    </a:cubicBezTo>
                    <a:cubicBezTo>
                      <a:pt x="2599087" y="1199960"/>
                      <a:pt x="2683193" y="1154811"/>
                      <a:pt x="2758535" y="1096994"/>
                    </a:cubicBezTo>
                    <a:cubicBezTo>
                      <a:pt x="2825020" y="1046035"/>
                      <a:pt x="2883789" y="985837"/>
                      <a:pt x="2935510" y="919925"/>
                    </a:cubicBezTo>
                    <a:cubicBezTo>
                      <a:pt x="2992184" y="847725"/>
                      <a:pt x="3039904" y="769144"/>
                      <a:pt x="3081719" y="687419"/>
                    </a:cubicBezTo>
                    <a:cubicBezTo>
                      <a:pt x="3138297" y="576739"/>
                      <a:pt x="3314129" y="116776"/>
                      <a:pt x="335680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rtl="0"/>
                <a:endParaRPr lang="en-US" noProof="0" dirty="0"/>
              </a:p>
            </p:txBody>
          </p:sp>
        </p:grpSp>
        <p:sp>
          <p:nvSpPr>
            <p:cNvPr id="11" name="Freeform: Shape 23">
              <a:extLst>
                <a:ext uri="{FF2B5EF4-FFF2-40B4-BE49-F238E27FC236}">
                  <a16:creationId xmlns:a16="http://schemas.microsoft.com/office/drawing/2014/main" id="{B7386810-4CAD-4571-8758-D163D51A48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980400" y="5197178"/>
              <a:ext cx="4211600" cy="1660822"/>
            </a:xfrm>
            <a:custGeom>
              <a:avLst/>
              <a:gdLst>
                <a:gd name="connsiteX0" fmla="*/ 4211600 w 4211600"/>
                <a:gd name="connsiteY0" fmla="*/ 0 h 1660822"/>
                <a:gd name="connsiteX1" fmla="*/ 4211600 w 4211600"/>
                <a:gd name="connsiteY1" fmla="*/ 58430 h 1660822"/>
                <a:gd name="connsiteX2" fmla="*/ 4136524 w 4211600"/>
                <a:gd name="connsiteY2" fmla="*/ 208808 h 1660822"/>
                <a:gd name="connsiteX3" fmla="*/ 3973354 w 4211600"/>
                <a:gd name="connsiteY3" fmla="*/ 437313 h 1660822"/>
                <a:gd name="connsiteX4" fmla="*/ 3884746 w 4211600"/>
                <a:gd name="connsiteY4" fmla="*/ 553613 h 1660822"/>
                <a:gd name="connsiteX5" fmla="*/ 3849435 w 4211600"/>
                <a:gd name="connsiteY5" fmla="*/ 603143 h 1660822"/>
                <a:gd name="connsiteX6" fmla="*/ 3661849 w 4211600"/>
                <a:gd name="connsiteY6" fmla="*/ 819075 h 1660822"/>
                <a:gd name="connsiteX7" fmla="*/ 3402589 w 4211600"/>
                <a:gd name="connsiteY7" fmla="*/ 952996 h 1660822"/>
                <a:gd name="connsiteX8" fmla="*/ 3130202 w 4211600"/>
                <a:gd name="connsiteY8" fmla="*/ 1023386 h 1660822"/>
                <a:gd name="connsiteX9" fmla="*/ 2914657 w 4211600"/>
                <a:gd name="connsiteY9" fmla="*/ 1068058 h 1660822"/>
                <a:gd name="connsiteX10" fmla="*/ 2582149 w 4211600"/>
                <a:gd name="connsiteY10" fmla="*/ 1138924 h 1660822"/>
                <a:gd name="connsiteX11" fmla="*/ 2483958 w 4211600"/>
                <a:gd name="connsiteY11" fmla="*/ 1162356 h 1660822"/>
                <a:gd name="connsiteX12" fmla="*/ 2123750 w 4211600"/>
                <a:gd name="connsiteY12" fmla="*/ 1238651 h 1660822"/>
                <a:gd name="connsiteX13" fmla="*/ 1761444 w 4211600"/>
                <a:gd name="connsiteY13" fmla="*/ 1273417 h 1660822"/>
                <a:gd name="connsiteX14" fmla="*/ 1608382 w 4211600"/>
                <a:gd name="connsiteY14" fmla="*/ 1284466 h 1660822"/>
                <a:gd name="connsiteX15" fmla="*/ 999942 w 4211600"/>
                <a:gd name="connsiteY15" fmla="*/ 1354284 h 1660822"/>
                <a:gd name="connsiteX16" fmla="*/ 484705 w 4211600"/>
                <a:gd name="connsiteY16" fmla="*/ 1450487 h 1660822"/>
                <a:gd name="connsiteX17" fmla="*/ 113310 w 4211600"/>
                <a:gd name="connsiteY17" fmla="*/ 1613700 h 1660822"/>
                <a:gd name="connsiteX18" fmla="*/ 39668 w 4211600"/>
                <a:gd name="connsiteY18" fmla="*/ 1660822 h 1660822"/>
                <a:gd name="connsiteX19" fmla="*/ 0 w 4211600"/>
                <a:gd name="connsiteY19" fmla="*/ 1660822 h 1660822"/>
                <a:gd name="connsiteX20" fmla="*/ 96701 w 4211600"/>
                <a:gd name="connsiteY20" fmla="*/ 1598934 h 1660822"/>
                <a:gd name="connsiteX21" fmla="*/ 474335 w 4211600"/>
                <a:gd name="connsiteY21" fmla="*/ 1433056 h 1660822"/>
                <a:gd name="connsiteX22" fmla="*/ 994299 w 4211600"/>
                <a:gd name="connsiteY22" fmla="*/ 1335806 h 1660822"/>
                <a:gd name="connsiteX23" fmla="*/ 1605231 w 4211600"/>
                <a:gd name="connsiteY23" fmla="*/ 1265702 h 1660822"/>
                <a:gd name="connsiteX24" fmla="*/ 1758819 w 4211600"/>
                <a:gd name="connsiteY24" fmla="*/ 1254558 h 1660822"/>
                <a:gd name="connsiteX25" fmla="*/ 2118106 w 4211600"/>
                <a:gd name="connsiteY25" fmla="*/ 1220077 h 1660822"/>
                <a:gd name="connsiteX26" fmla="*/ 2475557 w 4211600"/>
                <a:gd name="connsiteY26" fmla="*/ 1144353 h 1660822"/>
                <a:gd name="connsiteX27" fmla="*/ 2573878 w 4211600"/>
                <a:gd name="connsiteY27" fmla="*/ 1120827 h 1660822"/>
                <a:gd name="connsiteX28" fmla="*/ 2907437 w 4211600"/>
                <a:gd name="connsiteY28" fmla="*/ 1049675 h 1660822"/>
                <a:gd name="connsiteX29" fmla="*/ 3122589 w 4211600"/>
                <a:gd name="connsiteY29" fmla="*/ 1005098 h 1660822"/>
                <a:gd name="connsiteX30" fmla="*/ 3391169 w 4211600"/>
                <a:gd name="connsiteY30" fmla="*/ 935756 h 1660822"/>
                <a:gd name="connsiteX31" fmla="*/ 3642290 w 4211600"/>
                <a:gd name="connsiteY31" fmla="*/ 806216 h 1660822"/>
                <a:gd name="connsiteX32" fmla="*/ 3825937 w 4211600"/>
                <a:gd name="connsiteY32" fmla="*/ 594475 h 1660822"/>
                <a:gd name="connsiteX33" fmla="*/ 3861381 w 4211600"/>
                <a:gd name="connsiteY33" fmla="*/ 544755 h 1660822"/>
                <a:gd name="connsiteX34" fmla="*/ 3950381 w 4211600"/>
                <a:gd name="connsiteY34" fmla="*/ 427978 h 1660822"/>
                <a:gd name="connsiteX35" fmla="*/ 4112370 w 4211600"/>
                <a:gd name="connsiteY35" fmla="*/ 201378 h 1660822"/>
                <a:gd name="connsiteX36" fmla="*/ 4195989 w 4211600"/>
                <a:gd name="connsiteY36" fmla="*/ 33834 h 1660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4211600" h="1660822">
                  <a:moveTo>
                    <a:pt x="4211600" y="0"/>
                  </a:moveTo>
                  <a:lnTo>
                    <a:pt x="4211600" y="58430"/>
                  </a:lnTo>
                  <a:lnTo>
                    <a:pt x="4136524" y="208808"/>
                  </a:lnTo>
                  <a:cubicBezTo>
                    <a:pt x="4089791" y="287770"/>
                    <a:pt x="4030588" y="363780"/>
                    <a:pt x="3973354" y="437313"/>
                  </a:cubicBezTo>
                  <a:cubicBezTo>
                    <a:pt x="3943819" y="475222"/>
                    <a:pt x="3913231" y="514465"/>
                    <a:pt x="3884746" y="553613"/>
                  </a:cubicBezTo>
                  <a:cubicBezTo>
                    <a:pt x="3872801" y="569996"/>
                    <a:pt x="3861119" y="586569"/>
                    <a:pt x="3849435" y="603143"/>
                  </a:cubicBezTo>
                  <a:cubicBezTo>
                    <a:pt x="3796665" y="678009"/>
                    <a:pt x="3742187" y="755352"/>
                    <a:pt x="3661849" y="819075"/>
                  </a:cubicBezTo>
                  <a:cubicBezTo>
                    <a:pt x="3596214" y="871176"/>
                    <a:pt x="3509050" y="916230"/>
                    <a:pt x="3402589" y="952996"/>
                  </a:cubicBezTo>
                  <a:cubicBezTo>
                    <a:pt x="3312406" y="984048"/>
                    <a:pt x="3215660" y="1005003"/>
                    <a:pt x="3130202" y="1023386"/>
                  </a:cubicBezTo>
                  <a:cubicBezTo>
                    <a:pt x="3058529" y="1038816"/>
                    <a:pt x="2985412" y="1053675"/>
                    <a:pt x="2914657" y="1068058"/>
                  </a:cubicBezTo>
                  <a:cubicBezTo>
                    <a:pt x="2805176" y="1090251"/>
                    <a:pt x="2692021" y="1113207"/>
                    <a:pt x="2582149" y="1138924"/>
                  </a:cubicBezTo>
                  <a:cubicBezTo>
                    <a:pt x="2549330" y="1146639"/>
                    <a:pt x="2516644" y="1154450"/>
                    <a:pt x="2483958" y="1162356"/>
                  </a:cubicBezTo>
                  <a:cubicBezTo>
                    <a:pt x="2367257" y="1190550"/>
                    <a:pt x="2246621" y="1219601"/>
                    <a:pt x="2123750" y="1238651"/>
                  </a:cubicBezTo>
                  <a:cubicBezTo>
                    <a:pt x="2004294" y="1257129"/>
                    <a:pt x="1880769" y="1265416"/>
                    <a:pt x="1761444" y="1273417"/>
                  </a:cubicBezTo>
                  <a:cubicBezTo>
                    <a:pt x="1711167" y="1276751"/>
                    <a:pt x="1659184" y="1280275"/>
                    <a:pt x="1608382" y="1284466"/>
                  </a:cubicBezTo>
                  <a:cubicBezTo>
                    <a:pt x="1408589" y="1300944"/>
                    <a:pt x="1214570" y="1325805"/>
                    <a:pt x="999942" y="1354284"/>
                  </a:cubicBezTo>
                  <a:cubicBezTo>
                    <a:pt x="826403" y="1377240"/>
                    <a:pt x="647744" y="1400957"/>
                    <a:pt x="484705" y="1450487"/>
                  </a:cubicBezTo>
                  <a:cubicBezTo>
                    <a:pt x="355831" y="1489635"/>
                    <a:pt x="231387" y="1544374"/>
                    <a:pt x="113310" y="1613700"/>
                  </a:cubicBezTo>
                  <a:lnTo>
                    <a:pt x="39668" y="1660822"/>
                  </a:lnTo>
                  <a:lnTo>
                    <a:pt x="0" y="1660822"/>
                  </a:lnTo>
                  <a:lnTo>
                    <a:pt x="96701" y="1598934"/>
                  </a:lnTo>
                  <a:cubicBezTo>
                    <a:pt x="216635" y="1528533"/>
                    <a:pt x="343196" y="1472919"/>
                    <a:pt x="474335" y="1433056"/>
                  </a:cubicBezTo>
                  <a:cubicBezTo>
                    <a:pt x="639999" y="1382669"/>
                    <a:pt x="820102" y="1358856"/>
                    <a:pt x="994299" y="1335806"/>
                  </a:cubicBezTo>
                  <a:cubicBezTo>
                    <a:pt x="1210239" y="1307231"/>
                    <a:pt x="1404650" y="1282275"/>
                    <a:pt x="1605231" y="1265702"/>
                  </a:cubicBezTo>
                  <a:cubicBezTo>
                    <a:pt x="1656428" y="1261511"/>
                    <a:pt x="1708411" y="1257987"/>
                    <a:pt x="1758819" y="1254558"/>
                  </a:cubicBezTo>
                  <a:cubicBezTo>
                    <a:pt x="1877487" y="1246557"/>
                    <a:pt x="2000094" y="1238365"/>
                    <a:pt x="2118106" y="1220077"/>
                  </a:cubicBezTo>
                  <a:cubicBezTo>
                    <a:pt x="2239531" y="1201313"/>
                    <a:pt x="2359513" y="1172357"/>
                    <a:pt x="2475557" y="1144353"/>
                  </a:cubicBezTo>
                  <a:cubicBezTo>
                    <a:pt x="2508243" y="1136448"/>
                    <a:pt x="2541060" y="1128542"/>
                    <a:pt x="2573878" y="1120827"/>
                  </a:cubicBezTo>
                  <a:cubicBezTo>
                    <a:pt x="2684276" y="1094919"/>
                    <a:pt x="2797694" y="1071963"/>
                    <a:pt x="2907437" y="1049675"/>
                  </a:cubicBezTo>
                  <a:cubicBezTo>
                    <a:pt x="2978061" y="1035387"/>
                    <a:pt x="3051178" y="1020528"/>
                    <a:pt x="3122589" y="1005098"/>
                  </a:cubicBezTo>
                  <a:cubicBezTo>
                    <a:pt x="3206997" y="986810"/>
                    <a:pt x="3302823" y="966141"/>
                    <a:pt x="3391169" y="935756"/>
                  </a:cubicBezTo>
                  <a:cubicBezTo>
                    <a:pt x="3494479" y="900132"/>
                    <a:pt x="3578886" y="856508"/>
                    <a:pt x="3642290" y="806216"/>
                  </a:cubicBezTo>
                  <a:cubicBezTo>
                    <a:pt x="3720133" y="744303"/>
                    <a:pt x="3773953" y="668103"/>
                    <a:pt x="3825937" y="594475"/>
                  </a:cubicBezTo>
                  <a:cubicBezTo>
                    <a:pt x="3837621" y="577902"/>
                    <a:pt x="3849435" y="561233"/>
                    <a:pt x="3861381" y="544755"/>
                  </a:cubicBezTo>
                  <a:cubicBezTo>
                    <a:pt x="3889997" y="505416"/>
                    <a:pt x="3920715" y="465983"/>
                    <a:pt x="3950381" y="427978"/>
                  </a:cubicBezTo>
                  <a:cubicBezTo>
                    <a:pt x="4007353" y="354921"/>
                    <a:pt x="4066163" y="279388"/>
                    <a:pt x="4112370" y="201378"/>
                  </a:cubicBezTo>
                  <a:cubicBezTo>
                    <a:pt x="4144662" y="146800"/>
                    <a:pt x="4170785" y="89364"/>
                    <a:pt x="4195989" y="3383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rtl="0"/>
              <a:endParaRPr lang="en-US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29164985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Top Right">
            <a:extLst>
              <a:ext uri="{FF2B5EF4-FFF2-40B4-BE49-F238E27FC236}">
                <a16:creationId xmlns:a16="http://schemas.microsoft.com/office/drawing/2014/main" id="{BACCE7B0-8D06-4252-8429-A339167D20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>
            <a:off x="1975339" y="2702248"/>
            <a:ext cx="2062373" cy="4155752"/>
            <a:chOff x="10849" y="15178"/>
            <a:chExt cx="2198951" cy="3331254"/>
          </a:xfrm>
        </p:grpSpPr>
        <p:sp>
          <p:nvSpPr>
            <p:cNvPr id="12" name="Freeform: Shape 10">
              <a:extLst>
                <a:ext uri="{FF2B5EF4-FFF2-40B4-BE49-F238E27FC236}">
                  <a16:creationId xmlns:a16="http://schemas.microsoft.com/office/drawing/2014/main" id="{23D7796B-4F31-43D2-9935-135F7251B352}"/>
                </a:ext>
              </a:extLst>
            </p:cNvPr>
            <p:cNvSpPr/>
            <p:nvPr/>
          </p:nvSpPr>
          <p:spPr>
            <a:xfrm>
              <a:off x="19394" y="15241"/>
              <a:ext cx="2190406" cy="3331191"/>
            </a:xfrm>
            <a:custGeom>
              <a:avLst/>
              <a:gdLst>
                <a:gd name="connsiteX0" fmla="*/ 0 w 3296088"/>
                <a:gd name="connsiteY0" fmla="*/ 5012722 h 5012722"/>
                <a:gd name="connsiteX1" fmla="*/ 244031 w 3296088"/>
                <a:gd name="connsiteY1" fmla="*/ 4820222 h 5012722"/>
                <a:gd name="connsiteX2" fmla="*/ 729234 w 3296088"/>
                <a:gd name="connsiteY2" fmla="*/ 4360641 h 5012722"/>
                <a:gd name="connsiteX3" fmla="*/ 881444 w 3296088"/>
                <a:gd name="connsiteY3" fmla="*/ 4173950 h 5012722"/>
                <a:gd name="connsiteX4" fmla="*/ 1151287 w 3296088"/>
                <a:gd name="connsiteY4" fmla="*/ 3972877 h 5012722"/>
                <a:gd name="connsiteX5" fmla="*/ 1498664 w 3296088"/>
                <a:gd name="connsiteY5" fmla="*/ 3786188 h 5012722"/>
                <a:gd name="connsiteX6" fmla="*/ 1716881 w 3296088"/>
                <a:gd name="connsiteY6" fmla="*/ 3674174 h 5012722"/>
                <a:gd name="connsiteX7" fmla="*/ 1913573 w 3296088"/>
                <a:gd name="connsiteY7" fmla="*/ 3477387 h 5012722"/>
                <a:gd name="connsiteX8" fmla="*/ 2167700 w 3296088"/>
                <a:gd name="connsiteY8" fmla="*/ 3042190 h 5012722"/>
                <a:gd name="connsiteX9" fmla="*/ 2273903 w 3296088"/>
                <a:gd name="connsiteY9" fmla="*/ 2775014 h 5012722"/>
                <a:gd name="connsiteX10" fmla="*/ 2463356 w 3296088"/>
                <a:gd name="connsiteY10" fmla="*/ 2335530 h 5012722"/>
                <a:gd name="connsiteX11" fmla="*/ 2741866 w 3296088"/>
                <a:gd name="connsiteY11" fmla="*/ 1982248 h 5012722"/>
                <a:gd name="connsiteX12" fmla="*/ 2985897 w 3296088"/>
                <a:gd name="connsiteY12" fmla="*/ 1634681 h 5012722"/>
                <a:gd name="connsiteX13" fmla="*/ 3212687 w 3296088"/>
                <a:gd name="connsiteY13" fmla="*/ 1226820 h 5012722"/>
                <a:gd name="connsiteX14" fmla="*/ 3281553 w 3296088"/>
                <a:gd name="connsiteY14" fmla="*/ 959644 h 5012722"/>
                <a:gd name="connsiteX15" fmla="*/ 3295936 w 3296088"/>
                <a:gd name="connsiteY15" fmla="*/ 701135 h 5012722"/>
                <a:gd name="connsiteX16" fmla="*/ 3267266 w 3296088"/>
                <a:gd name="connsiteY16" fmla="*/ 436817 h 5012722"/>
                <a:gd name="connsiteX17" fmla="*/ 3105341 w 3296088"/>
                <a:gd name="connsiteY17" fmla="*/ 0 h 5012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6088" h="5012722">
                  <a:moveTo>
                    <a:pt x="0" y="5012722"/>
                  </a:moveTo>
                  <a:cubicBezTo>
                    <a:pt x="81820" y="4949095"/>
                    <a:pt x="163544" y="4885468"/>
                    <a:pt x="244031" y="4820222"/>
                  </a:cubicBezTo>
                  <a:cubicBezTo>
                    <a:pt x="417671" y="4679633"/>
                    <a:pt x="589883" y="4535139"/>
                    <a:pt x="729234" y="4360641"/>
                  </a:cubicBezTo>
                  <a:cubicBezTo>
                    <a:pt x="779431" y="4297776"/>
                    <a:pt x="825818" y="4231958"/>
                    <a:pt x="881444" y="4173950"/>
                  </a:cubicBezTo>
                  <a:cubicBezTo>
                    <a:pt x="959358" y="4092607"/>
                    <a:pt x="1054799" y="4031075"/>
                    <a:pt x="1151287" y="3972877"/>
                  </a:cubicBezTo>
                  <a:cubicBezTo>
                    <a:pt x="1263968" y="3904964"/>
                    <a:pt x="1379315" y="3841337"/>
                    <a:pt x="1498664" y="3786188"/>
                  </a:cubicBezTo>
                  <a:cubicBezTo>
                    <a:pt x="1573149" y="3751802"/>
                    <a:pt x="1649159" y="3720179"/>
                    <a:pt x="1716881" y="3674174"/>
                  </a:cubicBezTo>
                  <a:cubicBezTo>
                    <a:pt x="1794034" y="3621691"/>
                    <a:pt x="1856708" y="3551492"/>
                    <a:pt x="1913573" y="3477387"/>
                  </a:cubicBezTo>
                  <a:cubicBezTo>
                    <a:pt x="2016157" y="3343751"/>
                    <a:pt x="2099024" y="3196114"/>
                    <a:pt x="2167700" y="3042190"/>
                  </a:cubicBezTo>
                  <a:cubicBezTo>
                    <a:pt x="2206752" y="2954655"/>
                    <a:pt x="2241233" y="2865215"/>
                    <a:pt x="2273903" y="2775014"/>
                  </a:cubicBezTo>
                  <a:cubicBezTo>
                    <a:pt x="2328482" y="2624423"/>
                    <a:pt x="2379440" y="2471642"/>
                    <a:pt x="2463356" y="2335530"/>
                  </a:cubicBezTo>
                  <a:cubicBezTo>
                    <a:pt x="2542127" y="2207705"/>
                    <a:pt x="2647855" y="2099501"/>
                    <a:pt x="2741866" y="1982248"/>
                  </a:cubicBezTo>
                  <a:cubicBezTo>
                    <a:pt x="2830449" y="1871758"/>
                    <a:pt x="2908554" y="1753362"/>
                    <a:pt x="2985897" y="1634681"/>
                  </a:cubicBezTo>
                  <a:cubicBezTo>
                    <a:pt x="3071146" y="1503902"/>
                    <a:pt x="3156395" y="1372172"/>
                    <a:pt x="3212687" y="1226820"/>
                  </a:cubicBezTo>
                  <a:cubicBezTo>
                    <a:pt x="3246025" y="1140809"/>
                    <a:pt x="3268790" y="1051084"/>
                    <a:pt x="3281553" y="959644"/>
                  </a:cubicBezTo>
                  <a:cubicBezTo>
                    <a:pt x="3293555" y="874014"/>
                    <a:pt x="3296888" y="787527"/>
                    <a:pt x="3295936" y="701135"/>
                  </a:cubicBezTo>
                  <a:cubicBezTo>
                    <a:pt x="3294888" y="612172"/>
                    <a:pt x="3289268" y="523018"/>
                    <a:pt x="3267266" y="436817"/>
                  </a:cubicBezTo>
                  <a:cubicBezTo>
                    <a:pt x="3227832" y="282416"/>
                    <a:pt x="3105341" y="0"/>
                    <a:pt x="310534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pPr rtl="0"/>
              <a:endParaRPr lang="en-US" noProof="0" dirty="0"/>
            </a:p>
          </p:txBody>
        </p:sp>
        <p:sp>
          <p:nvSpPr>
            <p:cNvPr id="13" name="Freeform: Shape 11">
              <a:extLst>
                <a:ext uri="{FF2B5EF4-FFF2-40B4-BE49-F238E27FC236}">
                  <a16:creationId xmlns:a16="http://schemas.microsoft.com/office/drawing/2014/main" id="{023B3E92-CF7A-41F8-A5D4-FDD8C26708DC}"/>
                </a:ext>
              </a:extLst>
            </p:cNvPr>
            <p:cNvSpPr/>
            <p:nvPr/>
          </p:nvSpPr>
          <p:spPr>
            <a:xfrm>
              <a:off x="10849" y="15178"/>
              <a:ext cx="1978674" cy="3074959"/>
            </a:xfrm>
            <a:custGeom>
              <a:avLst/>
              <a:gdLst>
                <a:gd name="connsiteX0" fmla="*/ 0 w 2977477"/>
                <a:gd name="connsiteY0" fmla="*/ 4627150 h 4627149"/>
                <a:gd name="connsiteX1" fmla="*/ 275082 w 2977477"/>
                <a:gd name="connsiteY1" fmla="*/ 4341590 h 4627149"/>
                <a:gd name="connsiteX2" fmla="*/ 502825 w 2977477"/>
                <a:gd name="connsiteY2" fmla="*/ 4054126 h 4627149"/>
                <a:gd name="connsiteX3" fmla="*/ 666179 w 2977477"/>
                <a:gd name="connsiteY3" fmla="*/ 3890677 h 4627149"/>
                <a:gd name="connsiteX4" fmla="*/ 864203 w 2977477"/>
                <a:gd name="connsiteY4" fmla="*/ 3675983 h 4627149"/>
                <a:gd name="connsiteX5" fmla="*/ 982599 w 2977477"/>
                <a:gd name="connsiteY5" fmla="*/ 3557492 h 4627149"/>
                <a:gd name="connsiteX6" fmla="*/ 1188244 w 2977477"/>
                <a:gd name="connsiteY6" fmla="*/ 3329654 h 4627149"/>
                <a:gd name="connsiteX7" fmla="*/ 1344740 w 2977477"/>
                <a:gd name="connsiteY7" fmla="*/ 3146774 h 4627149"/>
                <a:gd name="connsiteX8" fmla="*/ 1470755 w 2977477"/>
                <a:gd name="connsiteY8" fmla="*/ 2984659 h 4627149"/>
                <a:gd name="connsiteX9" fmla="*/ 1657636 w 2977477"/>
                <a:gd name="connsiteY9" fmla="*/ 2670239 h 4627149"/>
                <a:gd name="connsiteX10" fmla="*/ 1762887 w 2977477"/>
                <a:gd name="connsiteY10" fmla="*/ 2473547 h 4627149"/>
                <a:gd name="connsiteX11" fmla="*/ 1866710 w 2977477"/>
                <a:gd name="connsiteY11" fmla="*/ 2290667 h 4627149"/>
                <a:gd name="connsiteX12" fmla="*/ 2106263 w 2977477"/>
                <a:gd name="connsiteY12" fmla="*/ 2030254 h 4627149"/>
                <a:gd name="connsiteX13" fmla="*/ 2277237 w 2977477"/>
                <a:gd name="connsiteY13" fmla="*/ 1859185 h 4627149"/>
                <a:gd name="connsiteX14" fmla="*/ 2499455 w 2977477"/>
                <a:gd name="connsiteY14" fmla="*/ 1656207 h 4627149"/>
                <a:gd name="connsiteX15" fmla="*/ 2707100 w 2977477"/>
                <a:gd name="connsiteY15" fmla="*/ 1390269 h 4627149"/>
                <a:gd name="connsiteX16" fmla="*/ 2812352 w 2977477"/>
                <a:gd name="connsiteY16" fmla="*/ 1230916 h 4627149"/>
                <a:gd name="connsiteX17" fmla="*/ 2898172 w 2977477"/>
                <a:gd name="connsiteY17" fmla="*/ 1036987 h 4627149"/>
                <a:gd name="connsiteX18" fmla="*/ 2963228 w 2977477"/>
                <a:gd name="connsiteY18" fmla="*/ 850011 h 4627149"/>
                <a:gd name="connsiteX19" fmla="*/ 2977325 w 2977477"/>
                <a:gd name="connsiteY19" fmla="*/ 745427 h 4627149"/>
                <a:gd name="connsiteX20" fmla="*/ 2929509 w 2977477"/>
                <a:gd name="connsiteY20" fmla="*/ 480155 h 4627149"/>
                <a:gd name="connsiteX21" fmla="*/ 2563082 w 2977477"/>
                <a:gd name="connsiteY21" fmla="*/ 0 h 462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977477" h="4627149">
                  <a:moveTo>
                    <a:pt x="0" y="4627150"/>
                  </a:moveTo>
                  <a:cubicBezTo>
                    <a:pt x="79820" y="4552283"/>
                    <a:pt x="203835" y="4424648"/>
                    <a:pt x="275082" y="4341590"/>
                  </a:cubicBezTo>
                  <a:cubicBezTo>
                    <a:pt x="354711" y="4248722"/>
                    <a:pt x="421005" y="4145090"/>
                    <a:pt x="502825" y="4054126"/>
                  </a:cubicBezTo>
                  <a:cubicBezTo>
                    <a:pt x="554355" y="3996881"/>
                    <a:pt x="612362" y="3945827"/>
                    <a:pt x="666179" y="3890677"/>
                  </a:cubicBezTo>
                  <a:cubicBezTo>
                    <a:pt x="734187" y="3821049"/>
                    <a:pt x="796671" y="3746183"/>
                    <a:pt x="864203" y="3675983"/>
                  </a:cubicBezTo>
                  <a:cubicBezTo>
                    <a:pt x="902875" y="3635788"/>
                    <a:pt x="943642" y="3597593"/>
                    <a:pt x="982599" y="3557492"/>
                  </a:cubicBezTo>
                  <a:cubicBezTo>
                    <a:pt x="1053941" y="3484150"/>
                    <a:pt x="1121378" y="3407093"/>
                    <a:pt x="1188244" y="3329654"/>
                  </a:cubicBezTo>
                  <a:cubicBezTo>
                    <a:pt x="1240631" y="3268885"/>
                    <a:pt x="1293495" y="3208496"/>
                    <a:pt x="1344740" y="3146774"/>
                  </a:cubicBezTo>
                  <a:cubicBezTo>
                    <a:pt x="1388459" y="3094101"/>
                    <a:pt x="1431512" y="3040761"/>
                    <a:pt x="1470755" y="2984659"/>
                  </a:cubicBezTo>
                  <a:cubicBezTo>
                    <a:pt x="1540764" y="2884646"/>
                    <a:pt x="1598771" y="2777109"/>
                    <a:pt x="1657636" y="2670239"/>
                  </a:cubicBezTo>
                  <a:cubicBezTo>
                    <a:pt x="1693545" y="2605088"/>
                    <a:pt x="1728502" y="2539460"/>
                    <a:pt x="1762887" y="2473547"/>
                  </a:cubicBezTo>
                  <a:cubicBezTo>
                    <a:pt x="1795367" y="2411349"/>
                    <a:pt x="1826419" y="2348103"/>
                    <a:pt x="1866710" y="2290667"/>
                  </a:cubicBezTo>
                  <a:cubicBezTo>
                    <a:pt x="1934623" y="2193893"/>
                    <a:pt x="2022729" y="2114169"/>
                    <a:pt x="2106263" y="2030254"/>
                  </a:cubicBezTo>
                  <a:cubicBezTo>
                    <a:pt x="2163128" y="1973104"/>
                    <a:pt x="2218182" y="1914049"/>
                    <a:pt x="2277237" y="1859185"/>
                  </a:cubicBezTo>
                  <a:cubicBezTo>
                    <a:pt x="2350770" y="1790891"/>
                    <a:pt x="2430304" y="1728978"/>
                    <a:pt x="2499455" y="1656207"/>
                  </a:cubicBezTo>
                  <a:cubicBezTo>
                    <a:pt x="2576989" y="1574578"/>
                    <a:pt x="2641568" y="1481900"/>
                    <a:pt x="2707100" y="1390269"/>
                  </a:cubicBezTo>
                  <a:cubicBezTo>
                    <a:pt x="2744153" y="1338453"/>
                    <a:pt x="2781586" y="1286732"/>
                    <a:pt x="2812352" y="1230916"/>
                  </a:cubicBezTo>
                  <a:cubicBezTo>
                    <a:pt x="2846546" y="1168908"/>
                    <a:pt x="2872550" y="1102900"/>
                    <a:pt x="2898172" y="1036987"/>
                  </a:cubicBezTo>
                  <a:cubicBezTo>
                    <a:pt x="2922175" y="975455"/>
                    <a:pt x="2948273" y="914305"/>
                    <a:pt x="2963228" y="850011"/>
                  </a:cubicBezTo>
                  <a:cubicBezTo>
                    <a:pt x="2971229" y="815626"/>
                    <a:pt x="2976563" y="780764"/>
                    <a:pt x="2977325" y="745427"/>
                  </a:cubicBezTo>
                  <a:cubicBezTo>
                    <a:pt x="2979230" y="654844"/>
                    <a:pt x="2963323" y="564261"/>
                    <a:pt x="2929509" y="480155"/>
                  </a:cubicBezTo>
                  <a:cubicBezTo>
                    <a:pt x="2851309" y="285655"/>
                    <a:pt x="2563082" y="0"/>
                    <a:pt x="2563082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pPr rtl="0"/>
              <a:endParaRPr lang="en-US" noProof="0" dirty="0"/>
            </a:p>
          </p:txBody>
        </p:sp>
        <p:sp>
          <p:nvSpPr>
            <p:cNvPr id="14" name="Freeform: Shape 12">
              <a:extLst>
                <a:ext uri="{FF2B5EF4-FFF2-40B4-BE49-F238E27FC236}">
                  <a16:creationId xmlns:a16="http://schemas.microsoft.com/office/drawing/2014/main" id="{2194F273-6079-4D58-A510-0EBF4227520D}"/>
                </a:ext>
              </a:extLst>
            </p:cNvPr>
            <p:cNvSpPr/>
            <p:nvPr/>
          </p:nvSpPr>
          <p:spPr>
            <a:xfrm>
              <a:off x="25092" y="15178"/>
              <a:ext cx="1566146" cy="2737264"/>
            </a:xfrm>
            <a:custGeom>
              <a:avLst/>
              <a:gdLst>
                <a:gd name="connsiteX0" fmla="*/ 1707071 w 2356712"/>
                <a:gd name="connsiteY0" fmla="*/ 0 h 4118991"/>
                <a:gd name="connsiteX1" fmla="*/ 1824514 w 2356712"/>
                <a:gd name="connsiteY1" fmla="*/ 244697 h 4118991"/>
                <a:gd name="connsiteX2" fmla="*/ 1908715 w 2356712"/>
                <a:gd name="connsiteY2" fmla="*/ 328994 h 4118991"/>
                <a:gd name="connsiteX3" fmla="*/ 2226469 w 2356712"/>
                <a:gd name="connsiteY3" fmla="*/ 603695 h 4118991"/>
                <a:gd name="connsiteX4" fmla="*/ 2355628 w 2356712"/>
                <a:gd name="connsiteY4" fmla="*/ 900494 h 4118991"/>
                <a:gd name="connsiteX5" fmla="*/ 2281428 w 2356712"/>
                <a:gd name="connsiteY5" fmla="*/ 1206913 h 4118991"/>
                <a:gd name="connsiteX6" fmla="*/ 2092452 w 2356712"/>
                <a:gd name="connsiteY6" fmla="*/ 1460659 h 4118991"/>
                <a:gd name="connsiteX7" fmla="*/ 1834039 w 2356712"/>
                <a:gd name="connsiteY7" fmla="*/ 1625822 h 4118991"/>
                <a:gd name="connsiteX8" fmla="*/ 1558862 w 2356712"/>
                <a:gd name="connsiteY8" fmla="*/ 1743075 h 4118991"/>
                <a:gd name="connsiteX9" fmla="*/ 1386554 w 2356712"/>
                <a:gd name="connsiteY9" fmla="*/ 1869948 h 4118991"/>
                <a:gd name="connsiteX10" fmla="*/ 1271683 w 2356712"/>
                <a:gd name="connsiteY10" fmla="*/ 2073402 h 4118991"/>
                <a:gd name="connsiteX11" fmla="*/ 1178338 w 2356712"/>
                <a:gd name="connsiteY11" fmla="*/ 2355914 h 4118991"/>
                <a:gd name="connsiteX12" fmla="*/ 1113758 w 2356712"/>
                <a:gd name="connsiteY12" fmla="*/ 2578513 h 4118991"/>
                <a:gd name="connsiteX13" fmla="*/ 1034796 w 2356712"/>
                <a:gd name="connsiteY13" fmla="*/ 2834640 h 4118991"/>
                <a:gd name="connsiteX14" fmla="*/ 905637 w 2356712"/>
                <a:gd name="connsiteY14" fmla="*/ 3081242 h 4118991"/>
                <a:gd name="connsiteX15" fmla="*/ 793147 w 2356712"/>
                <a:gd name="connsiteY15" fmla="*/ 3258407 h 4118991"/>
                <a:gd name="connsiteX16" fmla="*/ 546735 w 2356712"/>
                <a:gd name="connsiteY16" fmla="*/ 3571970 h 4118991"/>
                <a:gd name="connsiteX17" fmla="*/ 346996 w 2356712"/>
                <a:gd name="connsiteY17" fmla="*/ 3771900 h 4118991"/>
                <a:gd name="connsiteX18" fmla="*/ 174689 w 2356712"/>
                <a:gd name="connsiteY18" fmla="*/ 3944207 h 4118991"/>
                <a:gd name="connsiteX19" fmla="*/ 0 w 2356712"/>
                <a:gd name="connsiteY19" fmla="*/ 4118991 h 411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356712" h="4118991">
                  <a:moveTo>
                    <a:pt x="1707071" y="0"/>
                  </a:moveTo>
                  <a:cubicBezTo>
                    <a:pt x="1715357" y="22098"/>
                    <a:pt x="1812608" y="224409"/>
                    <a:pt x="1824514" y="244697"/>
                  </a:cubicBezTo>
                  <a:cubicBezTo>
                    <a:pt x="1844802" y="279273"/>
                    <a:pt x="1876996" y="304324"/>
                    <a:pt x="1908715" y="328994"/>
                  </a:cubicBezTo>
                  <a:cubicBezTo>
                    <a:pt x="2019967" y="415195"/>
                    <a:pt x="2137886" y="494633"/>
                    <a:pt x="2226469" y="603695"/>
                  </a:cubicBezTo>
                  <a:cubicBezTo>
                    <a:pt x="2296287" y="689610"/>
                    <a:pt x="2347817" y="790480"/>
                    <a:pt x="2355628" y="900494"/>
                  </a:cubicBezTo>
                  <a:cubicBezTo>
                    <a:pt x="2363248" y="1007078"/>
                    <a:pt x="2329910" y="1111187"/>
                    <a:pt x="2281428" y="1206913"/>
                  </a:cubicBezTo>
                  <a:cubicBezTo>
                    <a:pt x="2233422" y="1301877"/>
                    <a:pt x="2170938" y="1388936"/>
                    <a:pt x="2092452" y="1460659"/>
                  </a:cubicBezTo>
                  <a:cubicBezTo>
                    <a:pt x="2016538" y="1530001"/>
                    <a:pt x="1927765" y="1583436"/>
                    <a:pt x="1834039" y="1625822"/>
                  </a:cubicBezTo>
                  <a:cubicBezTo>
                    <a:pt x="1743075" y="1666970"/>
                    <a:pt x="1647730" y="1697736"/>
                    <a:pt x="1558862" y="1743075"/>
                  </a:cubicBezTo>
                  <a:cubicBezTo>
                    <a:pt x="1494758" y="1775841"/>
                    <a:pt x="1434275" y="1816132"/>
                    <a:pt x="1386554" y="1869948"/>
                  </a:cubicBezTo>
                  <a:cubicBezTo>
                    <a:pt x="1334548" y="1928622"/>
                    <a:pt x="1300544" y="2000345"/>
                    <a:pt x="1271683" y="2073402"/>
                  </a:cubicBezTo>
                  <a:cubicBezTo>
                    <a:pt x="1235202" y="2165699"/>
                    <a:pt x="1206722" y="2260759"/>
                    <a:pt x="1178338" y="2355914"/>
                  </a:cubicBezTo>
                  <a:cubicBezTo>
                    <a:pt x="1156240" y="2429923"/>
                    <a:pt x="1134237" y="2504028"/>
                    <a:pt x="1113758" y="2578513"/>
                  </a:cubicBezTo>
                  <a:cubicBezTo>
                    <a:pt x="1090041" y="2664714"/>
                    <a:pt x="1068134" y="2751678"/>
                    <a:pt x="1034796" y="2834640"/>
                  </a:cubicBezTo>
                  <a:cubicBezTo>
                    <a:pt x="1000125" y="2920841"/>
                    <a:pt x="953643" y="3001613"/>
                    <a:pt x="905637" y="3081242"/>
                  </a:cubicBezTo>
                  <a:cubicBezTo>
                    <a:pt x="869442" y="3141155"/>
                    <a:pt x="832295" y="3200400"/>
                    <a:pt x="793147" y="3258407"/>
                  </a:cubicBezTo>
                  <a:cubicBezTo>
                    <a:pt x="718661" y="3368802"/>
                    <a:pt x="637223" y="3474434"/>
                    <a:pt x="546735" y="3571970"/>
                  </a:cubicBezTo>
                  <a:cubicBezTo>
                    <a:pt x="482632" y="3641027"/>
                    <a:pt x="414147" y="3705797"/>
                    <a:pt x="346996" y="3771900"/>
                  </a:cubicBezTo>
                  <a:cubicBezTo>
                    <a:pt x="288989" y="3828764"/>
                    <a:pt x="232029" y="3886676"/>
                    <a:pt x="174689" y="3944207"/>
                  </a:cubicBezTo>
                  <a:cubicBezTo>
                    <a:pt x="116586" y="4002596"/>
                    <a:pt x="58293" y="4060698"/>
                    <a:pt x="0" y="411899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pPr rtl="0"/>
              <a:endParaRPr lang="en-US" noProof="0" dirty="0"/>
            </a:p>
          </p:txBody>
        </p:sp>
        <p:sp>
          <p:nvSpPr>
            <p:cNvPr id="15" name="Freeform: Shape 13">
              <a:extLst>
                <a:ext uri="{FF2B5EF4-FFF2-40B4-BE49-F238E27FC236}">
                  <a16:creationId xmlns:a16="http://schemas.microsoft.com/office/drawing/2014/main" id="{AEC3FE6A-D4E9-4F9B-B689-9C5BF9326B6B}"/>
                </a:ext>
              </a:extLst>
            </p:cNvPr>
            <p:cNvSpPr/>
            <p:nvPr/>
          </p:nvSpPr>
          <p:spPr>
            <a:xfrm>
              <a:off x="10849" y="15178"/>
              <a:ext cx="1368431" cy="2644975"/>
            </a:xfrm>
            <a:custGeom>
              <a:avLst/>
              <a:gdLst>
                <a:gd name="connsiteX0" fmla="*/ 0 w 2059193"/>
                <a:gd name="connsiteY0" fmla="*/ 3980116 h 3980116"/>
                <a:gd name="connsiteX1" fmla="*/ 471583 w 2059193"/>
                <a:gd name="connsiteY1" fmla="*/ 3515678 h 3980116"/>
                <a:gd name="connsiteX2" fmla="*/ 758666 w 2059193"/>
                <a:gd name="connsiteY2" fmla="*/ 3163824 h 3980116"/>
                <a:gd name="connsiteX3" fmla="*/ 940499 w 2059193"/>
                <a:gd name="connsiteY3" fmla="*/ 2780824 h 3980116"/>
                <a:gd name="connsiteX4" fmla="*/ 1055370 w 2059193"/>
                <a:gd name="connsiteY4" fmla="*/ 2242185 h 3980116"/>
                <a:gd name="connsiteX5" fmla="*/ 1136714 w 2059193"/>
                <a:gd name="connsiteY5" fmla="*/ 1878330 h 3980116"/>
                <a:gd name="connsiteX6" fmla="*/ 1246727 w 2059193"/>
                <a:gd name="connsiteY6" fmla="*/ 1562386 h 3980116"/>
                <a:gd name="connsiteX7" fmla="*/ 1378363 w 2059193"/>
                <a:gd name="connsiteY7" fmla="*/ 1430750 h 3980116"/>
                <a:gd name="connsiteX8" fmla="*/ 1691831 w 2059193"/>
                <a:gd name="connsiteY8" fmla="*/ 1394841 h 3980116"/>
                <a:gd name="connsiteX9" fmla="*/ 1914335 w 2059193"/>
                <a:gd name="connsiteY9" fmla="*/ 1323023 h 3980116"/>
                <a:gd name="connsiteX10" fmla="*/ 2055495 w 2059193"/>
                <a:gd name="connsiteY10" fmla="*/ 1098042 h 3980116"/>
                <a:gd name="connsiteX11" fmla="*/ 2033969 w 2059193"/>
                <a:gd name="connsiteY11" fmla="*/ 930497 h 3980116"/>
                <a:gd name="connsiteX12" fmla="*/ 1885664 w 2059193"/>
                <a:gd name="connsiteY12" fmla="*/ 760571 h 3980116"/>
                <a:gd name="connsiteX13" fmla="*/ 1636871 w 2059193"/>
                <a:gd name="connsiteY13" fmla="*/ 612172 h 3980116"/>
                <a:gd name="connsiteX14" fmla="*/ 1335405 w 2059193"/>
                <a:gd name="connsiteY14" fmla="*/ 459010 h 3980116"/>
                <a:gd name="connsiteX15" fmla="*/ 1234916 w 2059193"/>
                <a:gd name="connsiteY15" fmla="*/ 269939 h 3980116"/>
                <a:gd name="connsiteX16" fmla="*/ 1386935 w 2059193"/>
                <a:gd name="connsiteY16" fmla="*/ 0 h 398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59193" h="3980116">
                  <a:moveTo>
                    <a:pt x="0" y="3980116"/>
                  </a:moveTo>
                  <a:cubicBezTo>
                    <a:pt x="91345" y="3889534"/>
                    <a:pt x="382715" y="3608737"/>
                    <a:pt x="471583" y="3515678"/>
                  </a:cubicBezTo>
                  <a:cubicBezTo>
                    <a:pt x="576358" y="3405949"/>
                    <a:pt x="675989" y="3290983"/>
                    <a:pt x="758666" y="3163824"/>
                  </a:cubicBezTo>
                  <a:cubicBezTo>
                    <a:pt x="836105" y="3044857"/>
                    <a:pt x="897445" y="2916079"/>
                    <a:pt x="940499" y="2780824"/>
                  </a:cubicBezTo>
                  <a:cubicBezTo>
                    <a:pt x="996315" y="2605754"/>
                    <a:pt x="1020985" y="2422874"/>
                    <a:pt x="1055370" y="2242185"/>
                  </a:cubicBezTo>
                  <a:cubicBezTo>
                    <a:pt x="1078611" y="2120075"/>
                    <a:pt x="1107472" y="1999107"/>
                    <a:pt x="1136714" y="1878330"/>
                  </a:cubicBezTo>
                  <a:cubicBezTo>
                    <a:pt x="1163098" y="1769174"/>
                    <a:pt x="1189482" y="1658588"/>
                    <a:pt x="1246727" y="1562386"/>
                  </a:cubicBezTo>
                  <a:cubicBezTo>
                    <a:pt x="1279208" y="1507808"/>
                    <a:pt x="1321689" y="1459039"/>
                    <a:pt x="1378363" y="1430750"/>
                  </a:cubicBezTo>
                  <a:cubicBezTo>
                    <a:pt x="1473327" y="1383221"/>
                    <a:pt x="1584865" y="1402652"/>
                    <a:pt x="1691831" y="1394841"/>
                  </a:cubicBezTo>
                  <a:cubicBezTo>
                    <a:pt x="1771079" y="1389031"/>
                    <a:pt x="1849279" y="1368266"/>
                    <a:pt x="1914335" y="1323023"/>
                  </a:cubicBezTo>
                  <a:cubicBezTo>
                    <a:pt x="1989963" y="1270445"/>
                    <a:pt x="2041493" y="1189101"/>
                    <a:pt x="2055495" y="1098042"/>
                  </a:cubicBezTo>
                  <a:cubicBezTo>
                    <a:pt x="2064258" y="1041178"/>
                    <a:pt x="2057591" y="982980"/>
                    <a:pt x="2033969" y="930497"/>
                  </a:cubicBezTo>
                  <a:cubicBezTo>
                    <a:pt x="2002727" y="861060"/>
                    <a:pt x="1945958" y="807625"/>
                    <a:pt x="1885664" y="760571"/>
                  </a:cubicBezTo>
                  <a:cubicBezTo>
                    <a:pt x="1809179" y="700945"/>
                    <a:pt x="1725549" y="651415"/>
                    <a:pt x="1636871" y="612172"/>
                  </a:cubicBezTo>
                  <a:cubicBezTo>
                    <a:pt x="1532763" y="566071"/>
                    <a:pt x="1421606" y="532543"/>
                    <a:pt x="1335405" y="459010"/>
                  </a:cubicBezTo>
                  <a:cubicBezTo>
                    <a:pt x="1277969" y="409956"/>
                    <a:pt x="1232059" y="344615"/>
                    <a:pt x="1234916" y="269939"/>
                  </a:cubicBezTo>
                  <a:cubicBezTo>
                    <a:pt x="1237012" y="211741"/>
                    <a:pt x="1386935" y="0"/>
                    <a:pt x="1386935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pPr rtl="0"/>
              <a:endParaRPr lang="en-US" noProof="0" dirty="0"/>
            </a:p>
          </p:txBody>
        </p:sp>
        <p:sp>
          <p:nvSpPr>
            <p:cNvPr id="16" name="Freeform: Shape 14">
              <a:extLst>
                <a:ext uri="{FF2B5EF4-FFF2-40B4-BE49-F238E27FC236}">
                  <a16:creationId xmlns:a16="http://schemas.microsoft.com/office/drawing/2014/main" id="{B52D8E87-7BE8-4B9B-B18D-68C99705EECD}"/>
                </a:ext>
              </a:extLst>
            </p:cNvPr>
            <p:cNvSpPr/>
            <p:nvPr/>
          </p:nvSpPr>
          <p:spPr>
            <a:xfrm>
              <a:off x="18825" y="543780"/>
              <a:ext cx="494287" cy="1905590"/>
            </a:xfrm>
            <a:custGeom>
              <a:avLst/>
              <a:gdLst>
                <a:gd name="connsiteX0" fmla="*/ 11144 w 743796"/>
                <a:gd name="connsiteY0" fmla="*/ 0 h 2867501"/>
                <a:gd name="connsiteX1" fmla="*/ 353663 w 743796"/>
                <a:gd name="connsiteY1" fmla="*/ 55245 h 2867501"/>
                <a:gd name="connsiteX2" fmla="*/ 571405 w 743796"/>
                <a:gd name="connsiteY2" fmla="*/ 179737 h 2867501"/>
                <a:gd name="connsiteX3" fmla="*/ 688658 w 743796"/>
                <a:gd name="connsiteY3" fmla="*/ 368808 h 2867501"/>
                <a:gd name="connsiteX4" fmla="*/ 731711 w 743796"/>
                <a:gd name="connsiteY4" fmla="*/ 612934 h 2867501"/>
                <a:gd name="connsiteX5" fmla="*/ 725233 w 743796"/>
                <a:gd name="connsiteY5" fmla="*/ 995648 h 2867501"/>
                <a:gd name="connsiteX6" fmla="*/ 742855 w 743796"/>
                <a:gd name="connsiteY6" fmla="*/ 1499330 h 2867501"/>
                <a:gd name="connsiteX7" fmla="*/ 707898 w 743796"/>
                <a:gd name="connsiteY7" fmla="*/ 1793081 h 2867501"/>
                <a:gd name="connsiteX8" fmla="*/ 633222 w 743796"/>
                <a:gd name="connsiteY8" fmla="*/ 2073592 h 2867501"/>
                <a:gd name="connsiteX9" fmla="*/ 404527 w 743796"/>
                <a:gd name="connsiteY9" fmla="*/ 2472404 h 2867501"/>
                <a:gd name="connsiteX10" fmla="*/ 0 w 743796"/>
                <a:gd name="connsiteY10" fmla="*/ 2867501 h 2867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3796" h="2867501">
                  <a:moveTo>
                    <a:pt x="11144" y="0"/>
                  </a:moveTo>
                  <a:cubicBezTo>
                    <a:pt x="101060" y="2953"/>
                    <a:pt x="268796" y="25146"/>
                    <a:pt x="353663" y="55245"/>
                  </a:cubicBezTo>
                  <a:cubicBezTo>
                    <a:pt x="433483" y="83534"/>
                    <a:pt x="510635" y="120967"/>
                    <a:pt x="571405" y="179737"/>
                  </a:cubicBezTo>
                  <a:cubicBezTo>
                    <a:pt x="625412" y="231934"/>
                    <a:pt x="663607" y="297942"/>
                    <a:pt x="688658" y="368808"/>
                  </a:cubicBezTo>
                  <a:cubicBezTo>
                    <a:pt x="716375" y="447103"/>
                    <a:pt x="727996" y="529876"/>
                    <a:pt x="731711" y="612934"/>
                  </a:cubicBezTo>
                  <a:cubicBezTo>
                    <a:pt x="737426" y="740474"/>
                    <a:pt x="724948" y="867918"/>
                    <a:pt x="725233" y="995648"/>
                  </a:cubicBezTo>
                  <a:cubicBezTo>
                    <a:pt x="725710" y="1163765"/>
                    <a:pt x="748665" y="1331309"/>
                    <a:pt x="742855" y="1499330"/>
                  </a:cubicBezTo>
                  <a:cubicBezTo>
                    <a:pt x="739426" y="1598009"/>
                    <a:pt x="725996" y="1696022"/>
                    <a:pt x="707898" y="1793081"/>
                  </a:cubicBezTo>
                  <a:cubicBezTo>
                    <a:pt x="690086" y="1888426"/>
                    <a:pt x="666845" y="1982724"/>
                    <a:pt x="633222" y="2073592"/>
                  </a:cubicBezTo>
                  <a:cubicBezTo>
                    <a:pt x="579692" y="2218182"/>
                    <a:pt x="499682" y="2351056"/>
                    <a:pt x="404527" y="2472404"/>
                  </a:cubicBezTo>
                  <a:cubicBezTo>
                    <a:pt x="266033" y="2648902"/>
                    <a:pt x="179642" y="2732818"/>
                    <a:pt x="0" y="286750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pPr rtl="0"/>
              <a:endParaRPr lang="en-US" noProof="0" dirty="0"/>
            </a:p>
          </p:txBody>
        </p:sp>
        <p:sp>
          <p:nvSpPr>
            <p:cNvPr id="17" name="Freeform: Shape 15">
              <a:extLst>
                <a:ext uri="{FF2B5EF4-FFF2-40B4-BE49-F238E27FC236}">
                  <a16:creationId xmlns:a16="http://schemas.microsoft.com/office/drawing/2014/main" id="{6958AF13-A360-492B-8F33-E0608A11E679}"/>
                </a:ext>
              </a:extLst>
            </p:cNvPr>
            <p:cNvSpPr/>
            <p:nvPr/>
          </p:nvSpPr>
          <p:spPr>
            <a:xfrm>
              <a:off x="10849" y="672286"/>
              <a:ext cx="396930" cy="1690303"/>
            </a:xfrm>
            <a:custGeom>
              <a:avLst/>
              <a:gdLst>
                <a:gd name="connsiteX0" fmla="*/ 16478 w 597294"/>
                <a:gd name="connsiteY0" fmla="*/ 2079 h 2543540"/>
                <a:gd name="connsiteX1" fmla="*/ 299847 w 597294"/>
                <a:gd name="connsiteY1" fmla="*/ 53991 h 2543540"/>
                <a:gd name="connsiteX2" fmla="*/ 503206 w 597294"/>
                <a:gd name="connsiteY2" fmla="*/ 291354 h 2543540"/>
                <a:gd name="connsiteX3" fmla="*/ 525113 w 597294"/>
                <a:gd name="connsiteY3" fmla="*/ 724265 h 2543540"/>
                <a:gd name="connsiteX4" fmla="*/ 578930 w 597294"/>
                <a:gd name="connsiteY4" fmla="*/ 1117267 h 2543540"/>
                <a:gd name="connsiteX5" fmla="*/ 592931 w 597294"/>
                <a:gd name="connsiteY5" fmla="*/ 1476359 h 2543540"/>
                <a:gd name="connsiteX6" fmla="*/ 503206 w 597294"/>
                <a:gd name="connsiteY6" fmla="*/ 1859359 h 2543540"/>
                <a:gd name="connsiteX7" fmla="*/ 291846 w 597294"/>
                <a:gd name="connsiteY7" fmla="*/ 2250361 h 2543540"/>
                <a:gd name="connsiteX8" fmla="*/ 0 w 597294"/>
                <a:gd name="connsiteY8" fmla="*/ 2543540 h 254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7294" h="2543540">
                  <a:moveTo>
                    <a:pt x="16478" y="2079"/>
                  </a:moveTo>
                  <a:cubicBezTo>
                    <a:pt x="101441" y="-6684"/>
                    <a:pt x="224885" y="12557"/>
                    <a:pt x="299847" y="53991"/>
                  </a:cubicBezTo>
                  <a:cubicBezTo>
                    <a:pt x="394240" y="106092"/>
                    <a:pt x="468440" y="189341"/>
                    <a:pt x="503206" y="291354"/>
                  </a:cubicBezTo>
                  <a:cubicBezTo>
                    <a:pt x="550069" y="429085"/>
                    <a:pt x="520827" y="577770"/>
                    <a:pt x="525113" y="724265"/>
                  </a:cubicBezTo>
                  <a:cubicBezTo>
                    <a:pt x="529019" y="856472"/>
                    <a:pt x="561118" y="986012"/>
                    <a:pt x="578930" y="1117267"/>
                  </a:cubicBezTo>
                  <a:cubicBezTo>
                    <a:pt x="595122" y="1236234"/>
                    <a:pt x="602742" y="1356630"/>
                    <a:pt x="592931" y="1476359"/>
                  </a:cubicBezTo>
                  <a:cubicBezTo>
                    <a:pt x="582073" y="1607709"/>
                    <a:pt x="549783" y="1736011"/>
                    <a:pt x="503206" y="1859359"/>
                  </a:cubicBezTo>
                  <a:cubicBezTo>
                    <a:pt x="450628" y="1998710"/>
                    <a:pt x="383857" y="2133298"/>
                    <a:pt x="291846" y="2250361"/>
                  </a:cubicBezTo>
                  <a:cubicBezTo>
                    <a:pt x="231553" y="2327132"/>
                    <a:pt x="73819" y="2479532"/>
                    <a:pt x="0" y="254354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pPr rtl="0"/>
              <a:endParaRPr lang="en-US" noProof="0" dirty="0"/>
            </a:p>
          </p:txBody>
        </p:sp>
        <p:sp>
          <p:nvSpPr>
            <p:cNvPr id="18" name="Freeform: Shape 16">
              <a:extLst>
                <a:ext uri="{FF2B5EF4-FFF2-40B4-BE49-F238E27FC236}">
                  <a16:creationId xmlns:a16="http://schemas.microsoft.com/office/drawing/2014/main" id="{337AF046-BF07-462B-82F1-2215317CC3A6}"/>
                </a:ext>
              </a:extLst>
            </p:cNvPr>
            <p:cNvSpPr/>
            <p:nvPr/>
          </p:nvSpPr>
          <p:spPr>
            <a:xfrm>
              <a:off x="23002" y="881264"/>
              <a:ext cx="258791" cy="1336561"/>
            </a:xfrm>
            <a:custGeom>
              <a:avLst/>
              <a:gdLst>
                <a:gd name="connsiteX0" fmla="*/ 0 w 389425"/>
                <a:gd name="connsiteY0" fmla="*/ 33 h 2011236"/>
                <a:gd name="connsiteX1" fmla="*/ 171260 w 389425"/>
                <a:gd name="connsiteY1" fmla="*/ 60326 h 2011236"/>
                <a:gd name="connsiteX2" fmla="*/ 211455 w 389425"/>
                <a:gd name="connsiteY2" fmla="*/ 221204 h 2011236"/>
                <a:gd name="connsiteX3" fmla="*/ 243078 w 389425"/>
                <a:gd name="connsiteY3" fmla="*/ 448089 h 2011236"/>
                <a:gd name="connsiteX4" fmla="*/ 346424 w 389425"/>
                <a:gd name="connsiteY4" fmla="*/ 789941 h 2011236"/>
                <a:gd name="connsiteX5" fmla="*/ 372237 w 389425"/>
                <a:gd name="connsiteY5" fmla="*/ 942151 h 2011236"/>
                <a:gd name="connsiteX6" fmla="*/ 386620 w 389425"/>
                <a:gd name="connsiteY6" fmla="*/ 1272478 h 2011236"/>
                <a:gd name="connsiteX7" fmla="*/ 280416 w 389425"/>
                <a:gd name="connsiteY7" fmla="*/ 1660241 h 2011236"/>
                <a:gd name="connsiteX8" fmla="*/ 151257 w 389425"/>
                <a:gd name="connsiteY8" fmla="*/ 1844073 h 2011236"/>
                <a:gd name="connsiteX9" fmla="*/ 1905 w 389425"/>
                <a:gd name="connsiteY9" fmla="*/ 2011237 h 2011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9425" h="2011236">
                  <a:moveTo>
                    <a:pt x="0" y="33"/>
                  </a:moveTo>
                  <a:cubicBezTo>
                    <a:pt x="57912" y="-824"/>
                    <a:pt x="136112" y="14892"/>
                    <a:pt x="171260" y="60326"/>
                  </a:cubicBezTo>
                  <a:cubicBezTo>
                    <a:pt x="205645" y="104903"/>
                    <a:pt x="207740" y="164244"/>
                    <a:pt x="211455" y="221204"/>
                  </a:cubicBezTo>
                  <a:cubicBezTo>
                    <a:pt x="216408" y="297594"/>
                    <a:pt x="225838" y="373604"/>
                    <a:pt x="243078" y="448089"/>
                  </a:cubicBezTo>
                  <a:cubicBezTo>
                    <a:pt x="269939" y="564199"/>
                    <a:pt x="319183" y="673927"/>
                    <a:pt x="346424" y="789941"/>
                  </a:cubicBezTo>
                  <a:cubicBezTo>
                    <a:pt x="358235" y="840043"/>
                    <a:pt x="365951" y="891097"/>
                    <a:pt x="372237" y="942151"/>
                  </a:cubicBezTo>
                  <a:cubicBezTo>
                    <a:pt x="385858" y="1051784"/>
                    <a:pt x="394049" y="1162274"/>
                    <a:pt x="386620" y="1272478"/>
                  </a:cubicBezTo>
                  <a:cubicBezTo>
                    <a:pt x="377476" y="1407828"/>
                    <a:pt x="344996" y="1541178"/>
                    <a:pt x="280416" y="1660241"/>
                  </a:cubicBezTo>
                  <a:cubicBezTo>
                    <a:pt x="244602" y="1726249"/>
                    <a:pt x="199358" y="1786352"/>
                    <a:pt x="151257" y="1844073"/>
                  </a:cubicBezTo>
                  <a:cubicBezTo>
                    <a:pt x="79534" y="1930084"/>
                    <a:pt x="89345" y="1941419"/>
                    <a:pt x="1905" y="2011237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pPr rtl="0"/>
              <a:endParaRPr lang="en-US" noProof="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8640" y="914400"/>
            <a:ext cx="3108960" cy="2194560"/>
          </a:xfrm>
        </p:spPr>
        <p:txBody>
          <a:bodyPr anchor="t">
            <a:noAutofit/>
          </a:bodyPr>
          <a:lstStyle>
            <a:lvl1pPr>
              <a:defRPr sz="2400" baseline="0"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F77331-6002-494B-B704-DDA9DEBB64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8640" y="3429000"/>
            <a:ext cx="3108960" cy="3017520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1600"/>
              </a:spcBef>
              <a:buFont typeface="Arial" panose="020B0604020202020204" pitchFamily="34" charset="0"/>
              <a:buNone/>
              <a:defRPr sz="1800"/>
            </a:lvl1pPr>
            <a:lvl2pPr marL="457200" indent="0">
              <a:lnSpc>
                <a:spcPts val="2200"/>
              </a:lnSpc>
              <a:buFont typeface="Arial" panose="020B0604020202020204" pitchFamily="34" charset="0"/>
              <a:buNone/>
              <a:defRPr sz="1600"/>
            </a:lvl2pPr>
            <a:lvl3pPr marL="914400" indent="0">
              <a:lnSpc>
                <a:spcPts val="2200"/>
              </a:lnSpc>
              <a:buFont typeface="Arial" panose="020B0604020202020204" pitchFamily="34" charset="0"/>
              <a:buNone/>
              <a:defRPr sz="1600"/>
            </a:lvl3pPr>
            <a:lvl4pPr marL="1371600" indent="0">
              <a:lnSpc>
                <a:spcPts val="2200"/>
              </a:lnSpc>
              <a:buFont typeface="Arial" panose="020B0604020202020204" pitchFamily="34" charset="0"/>
              <a:buNone/>
              <a:defRPr sz="1600"/>
            </a:lvl4pPr>
            <a:lvl5pPr marL="1828800" indent="0">
              <a:lnSpc>
                <a:spcPts val="2200"/>
              </a:lnSpc>
              <a:buFont typeface="Arial" panose="020B0604020202020204" pitchFamily="34" charset="0"/>
              <a:buNone/>
              <a:defRPr sz="16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33713A46-E629-418A-9E89-B20468B63A3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35552" y="0"/>
            <a:ext cx="8156448" cy="6858000"/>
          </a:xfrm>
          <a:solidFill>
            <a:schemeClr val="accent5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675446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4048" y="274320"/>
            <a:ext cx="11430000" cy="1371600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4048" y="1709928"/>
            <a:ext cx="11430000" cy="4572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D483C85C-0C17-7BD4-8059-020CB5A8CF6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359152"/>
            <a:ext cx="12188952" cy="4498848"/>
          </a:xfrm>
          <a:solidFill>
            <a:schemeClr val="accent5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1787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Top Right">
            <a:extLst>
              <a:ext uri="{FF2B5EF4-FFF2-40B4-BE49-F238E27FC236}">
                <a16:creationId xmlns:a16="http://schemas.microsoft.com/office/drawing/2014/main" id="{7E501A87-7B96-007F-18D6-34F359F30C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283066" y="475707"/>
            <a:ext cx="3877660" cy="5906585"/>
            <a:chOff x="10849" y="-3086"/>
            <a:chExt cx="2198949" cy="3349518"/>
          </a:xfrm>
        </p:grpSpPr>
        <p:sp>
          <p:nvSpPr>
            <p:cNvPr id="5" name="Freeform: Shape 9">
              <a:extLst>
                <a:ext uri="{FF2B5EF4-FFF2-40B4-BE49-F238E27FC236}">
                  <a16:creationId xmlns:a16="http://schemas.microsoft.com/office/drawing/2014/main" id="{111EFC7A-ACD9-199F-E4A7-8C34E0EEAD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692843" y="-3086"/>
              <a:ext cx="1326110" cy="597603"/>
            </a:xfrm>
            <a:custGeom>
              <a:avLst/>
              <a:gdLst>
                <a:gd name="connsiteX0" fmla="*/ 741051 w 1482102"/>
                <a:gd name="connsiteY0" fmla="*/ 0 h 679363"/>
                <a:gd name="connsiteX1" fmla="*/ 1473822 w 1482102"/>
                <a:gd name="connsiteY1" fmla="*/ 597226 h 679363"/>
                <a:gd name="connsiteX2" fmla="*/ 1482102 w 1482102"/>
                <a:gd name="connsiteY2" fmla="*/ 679363 h 679363"/>
                <a:gd name="connsiteX3" fmla="*/ 0 w 1482102"/>
                <a:gd name="connsiteY3" fmla="*/ 679363 h 679363"/>
                <a:gd name="connsiteX4" fmla="*/ 8280 w 1482102"/>
                <a:gd name="connsiteY4" fmla="*/ 597226 h 679363"/>
                <a:gd name="connsiteX5" fmla="*/ 741051 w 1482102"/>
                <a:gd name="connsiteY5" fmla="*/ 0 h 679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82102" h="679363">
                  <a:moveTo>
                    <a:pt x="741051" y="0"/>
                  </a:moveTo>
                  <a:cubicBezTo>
                    <a:pt x="1102506" y="0"/>
                    <a:pt x="1404077" y="256390"/>
                    <a:pt x="1473822" y="597226"/>
                  </a:cubicBezTo>
                  <a:lnTo>
                    <a:pt x="1482102" y="679363"/>
                  </a:lnTo>
                  <a:lnTo>
                    <a:pt x="0" y="679363"/>
                  </a:lnTo>
                  <a:lnTo>
                    <a:pt x="8280" y="597226"/>
                  </a:lnTo>
                  <a:cubicBezTo>
                    <a:pt x="78025" y="256390"/>
                    <a:pt x="379596" y="0"/>
                    <a:pt x="74105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en-US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endParaRPr>
            </a:p>
          </p:txBody>
        </p:sp>
        <p:sp>
          <p:nvSpPr>
            <p:cNvPr id="6" name="Freeform: Shape 10">
              <a:extLst>
                <a:ext uri="{FF2B5EF4-FFF2-40B4-BE49-F238E27FC236}">
                  <a16:creationId xmlns:a16="http://schemas.microsoft.com/office/drawing/2014/main" id="{4A6B9ECC-4E29-2F57-E50C-A8AE68055078}"/>
                </a:ext>
              </a:extLst>
            </p:cNvPr>
            <p:cNvSpPr/>
            <p:nvPr userDrawn="1"/>
          </p:nvSpPr>
          <p:spPr>
            <a:xfrm>
              <a:off x="19394" y="15241"/>
              <a:ext cx="2190404" cy="3331191"/>
            </a:xfrm>
            <a:custGeom>
              <a:avLst/>
              <a:gdLst>
                <a:gd name="connsiteX0" fmla="*/ 0 w 3296088"/>
                <a:gd name="connsiteY0" fmla="*/ 5012722 h 5012722"/>
                <a:gd name="connsiteX1" fmla="*/ 244031 w 3296088"/>
                <a:gd name="connsiteY1" fmla="*/ 4820222 h 5012722"/>
                <a:gd name="connsiteX2" fmla="*/ 729234 w 3296088"/>
                <a:gd name="connsiteY2" fmla="*/ 4360641 h 5012722"/>
                <a:gd name="connsiteX3" fmla="*/ 881444 w 3296088"/>
                <a:gd name="connsiteY3" fmla="*/ 4173950 h 5012722"/>
                <a:gd name="connsiteX4" fmla="*/ 1151287 w 3296088"/>
                <a:gd name="connsiteY4" fmla="*/ 3972877 h 5012722"/>
                <a:gd name="connsiteX5" fmla="*/ 1498664 w 3296088"/>
                <a:gd name="connsiteY5" fmla="*/ 3786188 h 5012722"/>
                <a:gd name="connsiteX6" fmla="*/ 1716881 w 3296088"/>
                <a:gd name="connsiteY6" fmla="*/ 3674174 h 5012722"/>
                <a:gd name="connsiteX7" fmla="*/ 1913573 w 3296088"/>
                <a:gd name="connsiteY7" fmla="*/ 3477387 h 5012722"/>
                <a:gd name="connsiteX8" fmla="*/ 2167700 w 3296088"/>
                <a:gd name="connsiteY8" fmla="*/ 3042190 h 5012722"/>
                <a:gd name="connsiteX9" fmla="*/ 2273903 w 3296088"/>
                <a:gd name="connsiteY9" fmla="*/ 2775014 h 5012722"/>
                <a:gd name="connsiteX10" fmla="*/ 2463356 w 3296088"/>
                <a:gd name="connsiteY10" fmla="*/ 2335530 h 5012722"/>
                <a:gd name="connsiteX11" fmla="*/ 2741866 w 3296088"/>
                <a:gd name="connsiteY11" fmla="*/ 1982248 h 5012722"/>
                <a:gd name="connsiteX12" fmla="*/ 2985897 w 3296088"/>
                <a:gd name="connsiteY12" fmla="*/ 1634681 h 5012722"/>
                <a:gd name="connsiteX13" fmla="*/ 3212687 w 3296088"/>
                <a:gd name="connsiteY13" fmla="*/ 1226820 h 5012722"/>
                <a:gd name="connsiteX14" fmla="*/ 3281553 w 3296088"/>
                <a:gd name="connsiteY14" fmla="*/ 959644 h 5012722"/>
                <a:gd name="connsiteX15" fmla="*/ 3295936 w 3296088"/>
                <a:gd name="connsiteY15" fmla="*/ 701135 h 5012722"/>
                <a:gd name="connsiteX16" fmla="*/ 3267266 w 3296088"/>
                <a:gd name="connsiteY16" fmla="*/ 436817 h 5012722"/>
                <a:gd name="connsiteX17" fmla="*/ 3105341 w 3296088"/>
                <a:gd name="connsiteY17" fmla="*/ 0 h 5012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6088" h="5012722">
                  <a:moveTo>
                    <a:pt x="0" y="5012722"/>
                  </a:moveTo>
                  <a:cubicBezTo>
                    <a:pt x="81820" y="4949095"/>
                    <a:pt x="163544" y="4885468"/>
                    <a:pt x="244031" y="4820222"/>
                  </a:cubicBezTo>
                  <a:cubicBezTo>
                    <a:pt x="417671" y="4679633"/>
                    <a:pt x="589883" y="4535139"/>
                    <a:pt x="729234" y="4360641"/>
                  </a:cubicBezTo>
                  <a:cubicBezTo>
                    <a:pt x="779431" y="4297776"/>
                    <a:pt x="825818" y="4231958"/>
                    <a:pt x="881444" y="4173950"/>
                  </a:cubicBezTo>
                  <a:cubicBezTo>
                    <a:pt x="959358" y="4092607"/>
                    <a:pt x="1054799" y="4031075"/>
                    <a:pt x="1151287" y="3972877"/>
                  </a:cubicBezTo>
                  <a:cubicBezTo>
                    <a:pt x="1263968" y="3904964"/>
                    <a:pt x="1379315" y="3841337"/>
                    <a:pt x="1498664" y="3786188"/>
                  </a:cubicBezTo>
                  <a:cubicBezTo>
                    <a:pt x="1573149" y="3751802"/>
                    <a:pt x="1649159" y="3720179"/>
                    <a:pt x="1716881" y="3674174"/>
                  </a:cubicBezTo>
                  <a:cubicBezTo>
                    <a:pt x="1794034" y="3621691"/>
                    <a:pt x="1856708" y="3551492"/>
                    <a:pt x="1913573" y="3477387"/>
                  </a:cubicBezTo>
                  <a:cubicBezTo>
                    <a:pt x="2016157" y="3343751"/>
                    <a:pt x="2099024" y="3196114"/>
                    <a:pt x="2167700" y="3042190"/>
                  </a:cubicBezTo>
                  <a:cubicBezTo>
                    <a:pt x="2206752" y="2954655"/>
                    <a:pt x="2241233" y="2865215"/>
                    <a:pt x="2273903" y="2775014"/>
                  </a:cubicBezTo>
                  <a:cubicBezTo>
                    <a:pt x="2328482" y="2624423"/>
                    <a:pt x="2379440" y="2471642"/>
                    <a:pt x="2463356" y="2335530"/>
                  </a:cubicBezTo>
                  <a:cubicBezTo>
                    <a:pt x="2542127" y="2207705"/>
                    <a:pt x="2647855" y="2099501"/>
                    <a:pt x="2741866" y="1982248"/>
                  </a:cubicBezTo>
                  <a:cubicBezTo>
                    <a:pt x="2830449" y="1871758"/>
                    <a:pt x="2908554" y="1753362"/>
                    <a:pt x="2985897" y="1634681"/>
                  </a:cubicBezTo>
                  <a:cubicBezTo>
                    <a:pt x="3071146" y="1503902"/>
                    <a:pt x="3156395" y="1372172"/>
                    <a:pt x="3212687" y="1226820"/>
                  </a:cubicBezTo>
                  <a:cubicBezTo>
                    <a:pt x="3246025" y="1140809"/>
                    <a:pt x="3268790" y="1051084"/>
                    <a:pt x="3281553" y="959644"/>
                  </a:cubicBezTo>
                  <a:cubicBezTo>
                    <a:pt x="3293555" y="874014"/>
                    <a:pt x="3296888" y="787527"/>
                    <a:pt x="3295936" y="701135"/>
                  </a:cubicBezTo>
                  <a:cubicBezTo>
                    <a:pt x="3294888" y="612172"/>
                    <a:pt x="3289268" y="523018"/>
                    <a:pt x="3267266" y="436817"/>
                  </a:cubicBezTo>
                  <a:cubicBezTo>
                    <a:pt x="3227832" y="282416"/>
                    <a:pt x="3105341" y="0"/>
                    <a:pt x="310534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pPr rtl="0"/>
              <a:endParaRPr lang="en-US" noProof="0" dirty="0"/>
            </a:p>
          </p:txBody>
        </p:sp>
        <p:sp>
          <p:nvSpPr>
            <p:cNvPr id="7" name="Freeform: Shape 11">
              <a:extLst>
                <a:ext uri="{FF2B5EF4-FFF2-40B4-BE49-F238E27FC236}">
                  <a16:creationId xmlns:a16="http://schemas.microsoft.com/office/drawing/2014/main" id="{3726349E-3BE0-B780-82BA-6B9BBE73CF09}"/>
                </a:ext>
              </a:extLst>
            </p:cNvPr>
            <p:cNvSpPr/>
            <p:nvPr userDrawn="1"/>
          </p:nvSpPr>
          <p:spPr>
            <a:xfrm>
              <a:off x="10849" y="15178"/>
              <a:ext cx="1978673" cy="3074959"/>
            </a:xfrm>
            <a:custGeom>
              <a:avLst/>
              <a:gdLst>
                <a:gd name="connsiteX0" fmla="*/ 0 w 2977477"/>
                <a:gd name="connsiteY0" fmla="*/ 4627150 h 4627149"/>
                <a:gd name="connsiteX1" fmla="*/ 275082 w 2977477"/>
                <a:gd name="connsiteY1" fmla="*/ 4341590 h 4627149"/>
                <a:gd name="connsiteX2" fmla="*/ 502825 w 2977477"/>
                <a:gd name="connsiteY2" fmla="*/ 4054126 h 4627149"/>
                <a:gd name="connsiteX3" fmla="*/ 666179 w 2977477"/>
                <a:gd name="connsiteY3" fmla="*/ 3890677 h 4627149"/>
                <a:gd name="connsiteX4" fmla="*/ 864203 w 2977477"/>
                <a:gd name="connsiteY4" fmla="*/ 3675983 h 4627149"/>
                <a:gd name="connsiteX5" fmla="*/ 982599 w 2977477"/>
                <a:gd name="connsiteY5" fmla="*/ 3557492 h 4627149"/>
                <a:gd name="connsiteX6" fmla="*/ 1188244 w 2977477"/>
                <a:gd name="connsiteY6" fmla="*/ 3329654 h 4627149"/>
                <a:gd name="connsiteX7" fmla="*/ 1344740 w 2977477"/>
                <a:gd name="connsiteY7" fmla="*/ 3146774 h 4627149"/>
                <a:gd name="connsiteX8" fmla="*/ 1470755 w 2977477"/>
                <a:gd name="connsiteY8" fmla="*/ 2984659 h 4627149"/>
                <a:gd name="connsiteX9" fmla="*/ 1657636 w 2977477"/>
                <a:gd name="connsiteY9" fmla="*/ 2670239 h 4627149"/>
                <a:gd name="connsiteX10" fmla="*/ 1762887 w 2977477"/>
                <a:gd name="connsiteY10" fmla="*/ 2473547 h 4627149"/>
                <a:gd name="connsiteX11" fmla="*/ 1866710 w 2977477"/>
                <a:gd name="connsiteY11" fmla="*/ 2290667 h 4627149"/>
                <a:gd name="connsiteX12" fmla="*/ 2106263 w 2977477"/>
                <a:gd name="connsiteY12" fmla="*/ 2030254 h 4627149"/>
                <a:gd name="connsiteX13" fmla="*/ 2277237 w 2977477"/>
                <a:gd name="connsiteY13" fmla="*/ 1859185 h 4627149"/>
                <a:gd name="connsiteX14" fmla="*/ 2499455 w 2977477"/>
                <a:gd name="connsiteY14" fmla="*/ 1656207 h 4627149"/>
                <a:gd name="connsiteX15" fmla="*/ 2707100 w 2977477"/>
                <a:gd name="connsiteY15" fmla="*/ 1390269 h 4627149"/>
                <a:gd name="connsiteX16" fmla="*/ 2812352 w 2977477"/>
                <a:gd name="connsiteY16" fmla="*/ 1230916 h 4627149"/>
                <a:gd name="connsiteX17" fmla="*/ 2898172 w 2977477"/>
                <a:gd name="connsiteY17" fmla="*/ 1036987 h 4627149"/>
                <a:gd name="connsiteX18" fmla="*/ 2963228 w 2977477"/>
                <a:gd name="connsiteY18" fmla="*/ 850011 h 4627149"/>
                <a:gd name="connsiteX19" fmla="*/ 2977325 w 2977477"/>
                <a:gd name="connsiteY19" fmla="*/ 745427 h 4627149"/>
                <a:gd name="connsiteX20" fmla="*/ 2929509 w 2977477"/>
                <a:gd name="connsiteY20" fmla="*/ 480155 h 4627149"/>
                <a:gd name="connsiteX21" fmla="*/ 2563082 w 2977477"/>
                <a:gd name="connsiteY21" fmla="*/ 0 h 462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977477" h="4627149">
                  <a:moveTo>
                    <a:pt x="0" y="4627150"/>
                  </a:moveTo>
                  <a:cubicBezTo>
                    <a:pt x="79820" y="4552283"/>
                    <a:pt x="203835" y="4424648"/>
                    <a:pt x="275082" y="4341590"/>
                  </a:cubicBezTo>
                  <a:cubicBezTo>
                    <a:pt x="354711" y="4248722"/>
                    <a:pt x="421005" y="4145090"/>
                    <a:pt x="502825" y="4054126"/>
                  </a:cubicBezTo>
                  <a:cubicBezTo>
                    <a:pt x="554355" y="3996881"/>
                    <a:pt x="612362" y="3945827"/>
                    <a:pt x="666179" y="3890677"/>
                  </a:cubicBezTo>
                  <a:cubicBezTo>
                    <a:pt x="734187" y="3821049"/>
                    <a:pt x="796671" y="3746183"/>
                    <a:pt x="864203" y="3675983"/>
                  </a:cubicBezTo>
                  <a:cubicBezTo>
                    <a:pt x="902875" y="3635788"/>
                    <a:pt x="943642" y="3597593"/>
                    <a:pt x="982599" y="3557492"/>
                  </a:cubicBezTo>
                  <a:cubicBezTo>
                    <a:pt x="1053941" y="3484150"/>
                    <a:pt x="1121378" y="3407093"/>
                    <a:pt x="1188244" y="3329654"/>
                  </a:cubicBezTo>
                  <a:cubicBezTo>
                    <a:pt x="1240631" y="3268885"/>
                    <a:pt x="1293495" y="3208496"/>
                    <a:pt x="1344740" y="3146774"/>
                  </a:cubicBezTo>
                  <a:cubicBezTo>
                    <a:pt x="1388459" y="3094101"/>
                    <a:pt x="1431512" y="3040761"/>
                    <a:pt x="1470755" y="2984659"/>
                  </a:cubicBezTo>
                  <a:cubicBezTo>
                    <a:pt x="1540764" y="2884646"/>
                    <a:pt x="1598771" y="2777109"/>
                    <a:pt x="1657636" y="2670239"/>
                  </a:cubicBezTo>
                  <a:cubicBezTo>
                    <a:pt x="1693545" y="2605088"/>
                    <a:pt x="1728502" y="2539460"/>
                    <a:pt x="1762887" y="2473547"/>
                  </a:cubicBezTo>
                  <a:cubicBezTo>
                    <a:pt x="1795367" y="2411349"/>
                    <a:pt x="1826419" y="2348103"/>
                    <a:pt x="1866710" y="2290667"/>
                  </a:cubicBezTo>
                  <a:cubicBezTo>
                    <a:pt x="1934623" y="2193893"/>
                    <a:pt x="2022729" y="2114169"/>
                    <a:pt x="2106263" y="2030254"/>
                  </a:cubicBezTo>
                  <a:cubicBezTo>
                    <a:pt x="2163128" y="1973104"/>
                    <a:pt x="2218182" y="1914049"/>
                    <a:pt x="2277237" y="1859185"/>
                  </a:cubicBezTo>
                  <a:cubicBezTo>
                    <a:pt x="2350770" y="1790891"/>
                    <a:pt x="2430304" y="1728978"/>
                    <a:pt x="2499455" y="1656207"/>
                  </a:cubicBezTo>
                  <a:cubicBezTo>
                    <a:pt x="2576989" y="1574578"/>
                    <a:pt x="2641568" y="1481900"/>
                    <a:pt x="2707100" y="1390269"/>
                  </a:cubicBezTo>
                  <a:cubicBezTo>
                    <a:pt x="2744153" y="1338453"/>
                    <a:pt x="2781586" y="1286732"/>
                    <a:pt x="2812352" y="1230916"/>
                  </a:cubicBezTo>
                  <a:cubicBezTo>
                    <a:pt x="2846546" y="1168908"/>
                    <a:pt x="2872550" y="1102900"/>
                    <a:pt x="2898172" y="1036987"/>
                  </a:cubicBezTo>
                  <a:cubicBezTo>
                    <a:pt x="2922175" y="975455"/>
                    <a:pt x="2948273" y="914305"/>
                    <a:pt x="2963228" y="850011"/>
                  </a:cubicBezTo>
                  <a:cubicBezTo>
                    <a:pt x="2971229" y="815626"/>
                    <a:pt x="2976563" y="780764"/>
                    <a:pt x="2977325" y="745427"/>
                  </a:cubicBezTo>
                  <a:cubicBezTo>
                    <a:pt x="2979230" y="654844"/>
                    <a:pt x="2963323" y="564261"/>
                    <a:pt x="2929509" y="480155"/>
                  </a:cubicBezTo>
                  <a:cubicBezTo>
                    <a:pt x="2851309" y="285655"/>
                    <a:pt x="2563082" y="0"/>
                    <a:pt x="2563082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pPr rtl="0"/>
              <a:endParaRPr lang="en-US" noProof="0" dirty="0"/>
            </a:p>
          </p:txBody>
        </p:sp>
        <p:sp>
          <p:nvSpPr>
            <p:cNvPr id="8" name="Freeform: Shape 12">
              <a:extLst>
                <a:ext uri="{FF2B5EF4-FFF2-40B4-BE49-F238E27FC236}">
                  <a16:creationId xmlns:a16="http://schemas.microsoft.com/office/drawing/2014/main" id="{C2107A5F-3CD3-B256-F3ED-018F05C7DB72}"/>
                </a:ext>
              </a:extLst>
            </p:cNvPr>
            <p:cNvSpPr/>
            <p:nvPr userDrawn="1"/>
          </p:nvSpPr>
          <p:spPr>
            <a:xfrm>
              <a:off x="25092" y="15178"/>
              <a:ext cx="1566145" cy="2737264"/>
            </a:xfrm>
            <a:custGeom>
              <a:avLst/>
              <a:gdLst>
                <a:gd name="connsiteX0" fmla="*/ 1707071 w 2356712"/>
                <a:gd name="connsiteY0" fmla="*/ 0 h 4118991"/>
                <a:gd name="connsiteX1" fmla="*/ 1824514 w 2356712"/>
                <a:gd name="connsiteY1" fmla="*/ 244697 h 4118991"/>
                <a:gd name="connsiteX2" fmla="*/ 1908715 w 2356712"/>
                <a:gd name="connsiteY2" fmla="*/ 328994 h 4118991"/>
                <a:gd name="connsiteX3" fmla="*/ 2226469 w 2356712"/>
                <a:gd name="connsiteY3" fmla="*/ 603695 h 4118991"/>
                <a:gd name="connsiteX4" fmla="*/ 2355628 w 2356712"/>
                <a:gd name="connsiteY4" fmla="*/ 900494 h 4118991"/>
                <a:gd name="connsiteX5" fmla="*/ 2281428 w 2356712"/>
                <a:gd name="connsiteY5" fmla="*/ 1206913 h 4118991"/>
                <a:gd name="connsiteX6" fmla="*/ 2092452 w 2356712"/>
                <a:gd name="connsiteY6" fmla="*/ 1460659 h 4118991"/>
                <a:gd name="connsiteX7" fmla="*/ 1834039 w 2356712"/>
                <a:gd name="connsiteY7" fmla="*/ 1625822 h 4118991"/>
                <a:gd name="connsiteX8" fmla="*/ 1558862 w 2356712"/>
                <a:gd name="connsiteY8" fmla="*/ 1743075 h 4118991"/>
                <a:gd name="connsiteX9" fmla="*/ 1386554 w 2356712"/>
                <a:gd name="connsiteY9" fmla="*/ 1869948 h 4118991"/>
                <a:gd name="connsiteX10" fmla="*/ 1271683 w 2356712"/>
                <a:gd name="connsiteY10" fmla="*/ 2073402 h 4118991"/>
                <a:gd name="connsiteX11" fmla="*/ 1178338 w 2356712"/>
                <a:gd name="connsiteY11" fmla="*/ 2355914 h 4118991"/>
                <a:gd name="connsiteX12" fmla="*/ 1113758 w 2356712"/>
                <a:gd name="connsiteY12" fmla="*/ 2578513 h 4118991"/>
                <a:gd name="connsiteX13" fmla="*/ 1034796 w 2356712"/>
                <a:gd name="connsiteY13" fmla="*/ 2834640 h 4118991"/>
                <a:gd name="connsiteX14" fmla="*/ 905637 w 2356712"/>
                <a:gd name="connsiteY14" fmla="*/ 3081242 h 4118991"/>
                <a:gd name="connsiteX15" fmla="*/ 793147 w 2356712"/>
                <a:gd name="connsiteY15" fmla="*/ 3258407 h 4118991"/>
                <a:gd name="connsiteX16" fmla="*/ 546735 w 2356712"/>
                <a:gd name="connsiteY16" fmla="*/ 3571970 h 4118991"/>
                <a:gd name="connsiteX17" fmla="*/ 346996 w 2356712"/>
                <a:gd name="connsiteY17" fmla="*/ 3771900 h 4118991"/>
                <a:gd name="connsiteX18" fmla="*/ 174689 w 2356712"/>
                <a:gd name="connsiteY18" fmla="*/ 3944207 h 4118991"/>
                <a:gd name="connsiteX19" fmla="*/ 0 w 2356712"/>
                <a:gd name="connsiteY19" fmla="*/ 4118991 h 411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356712" h="4118991">
                  <a:moveTo>
                    <a:pt x="1707071" y="0"/>
                  </a:moveTo>
                  <a:cubicBezTo>
                    <a:pt x="1715357" y="22098"/>
                    <a:pt x="1812608" y="224409"/>
                    <a:pt x="1824514" y="244697"/>
                  </a:cubicBezTo>
                  <a:cubicBezTo>
                    <a:pt x="1844802" y="279273"/>
                    <a:pt x="1876996" y="304324"/>
                    <a:pt x="1908715" y="328994"/>
                  </a:cubicBezTo>
                  <a:cubicBezTo>
                    <a:pt x="2019967" y="415195"/>
                    <a:pt x="2137886" y="494633"/>
                    <a:pt x="2226469" y="603695"/>
                  </a:cubicBezTo>
                  <a:cubicBezTo>
                    <a:pt x="2296287" y="689610"/>
                    <a:pt x="2347817" y="790480"/>
                    <a:pt x="2355628" y="900494"/>
                  </a:cubicBezTo>
                  <a:cubicBezTo>
                    <a:pt x="2363248" y="1007078"/>
                    <a:pt x="2329910" y="1111187"/>
                    <a:pt x="2281428" y="1206913"/>
                  </a:cubicBezTo>
                  <a:cubicBezTo>
                    <a:pt x="2233422" y="1301877"/>
                    <a:pt x="2170938" y="1388936"/>
                    <a:pt x="2092452" y="1460659"/>
                  </a:cubicBezTo>
                  <a:cubicBezTo>
                    <a:pt x="2016538" y="1530001"/>
                    <a:pt x="1927765" y="1583436"/>
                    <a:pt x="1834039" y="1625822"/>
                  </a:cubicBezTo>
                  <a:cubicBezTo>
                    <a:pt x="1743075" y="1666970"/>
                    <a:pt x="1647730" y="1697736"/>
                    <a:pt x="1558862" y="1743075"/>
                  </a:cubicBezTo>
                  <a:cubicBezTo>
                    <a:pt x="1494758" y="1775841"/>
                    <a:pt x="1434275" y="1816132"/>
                    <a:pt x="1386554" y="1869948"/>
                  </a:cubicBezTo>
                  <a:cubicBezTo>
                    <a:pt x="1334548" y="1928622"/>
                    <a:pt x="1300544" y="2000345"/>
                    <a:pt x="1271683" y="2073402"/>
                  </a:cubicBezTo>
                  <a:cubicBezTo>
                    <a:pt x="1235202" y="2165699"/>
                    <a:pt x="1206722" y="2260759"/>
                    <a:pt x="1178338" y="2355914"/>
                  </a:cubicBezTo>
                  <a:cubicBezTo>
                    <a:pt x="1156240" y="2429923"/>
                    <a:pt x="1134237" y="2504028"/>
                    <a:pt x="1113758" y="2578513"/>
                  </a:cubicBezTo>
                  <a:cubicBezTo>
                    <a:pt x="1090041" y="2664714"/>
                    <a:pt x="1068134" y="2751678"/>
                    <a:pt x="1034796" y="2834640"/>
                  </a:cubicBezTo>
                  <a:cubicBezTo>
                    <a:pt x="1000125" y="2920841"/>
                    <a:pt x="953643" y="3001613"/>
                    <a:pt x="905637" y="3081242"/>
                  </a:cubicBezTo>
                  <a:cubicBezTo>
                    <a:pt x="869442" y="3141155"/>
                    <a:pt x="832295" y="3200400"/>
                    <a:pt x="793147" y="3258407"/>
                  </a:cubicBezTo>
                  <a:cubicBezTo>
                    <a:pt x="718661" y="3368802"/>
                    <a:pt x="637223" y="3474434"/>
                    <a:pt x="546735" y="3571970"/>
                  </a:cubicBezTo>
                  <a:cubicBezTo>
                    <a:pt x="482632" y="3641027"/>
                    <a:pt x="414147" y="3705797"/>
                    <a:pt x="346996" y="3771900"/>
                  </a:cubicBezTo>
                  <a:cubicBezTo>
                    <a:pt x="288989" y="3828764"/>
                    <a:pt x="232029" y="3886676"/>
                    <a:pt x="174689" y="3944207"/>
                  </a:cubicBezTo>
                  <a:cubicBezTo>
                    <a:pt x="116586" y="4002596"/>
                    <a:pt x="58293" y="4060698"/>
                    <a:pt x="0" y="411899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pPr rtl="0"/>
              <a:endParaRPr lang="en-US" noProof="0" dirty="0"/>
            </a:p>
          </p:txBody>
        </p:sp>
        <p:sp>
          <p:nvSpPr>
            <p:cNvPr id="9" name="Freeform: Shape 13">
              <a:extLst>
                <a:ext uri="{FF2B5EF4-FFF2-40B4-BE49-F238E27FC236}">
                  <a16:creationId xmlns:a16="http://schemas.microsoft.com/office/drawing/2014/main" id="{9C28699F-D10F-55C4-CCFF-C7355D570704}"/>
                </a:ext>
              </a:extLst>
            </p:cNvPr>
            <p:cNvSpPr/>
            <p:nvPr userDrawn="1"/>
          </p:nvSpPr>
          <p:spPr>
            <a:xfrm>
              <a:off x="10849" y="15178"/>
              <a:ext cx="1368430" cy="2644975"/>
            </a:xfrm>
            <a:custGeom>
              <a:avLst/>
              <a:gdLst>
                <a:gd name="connsiteX0" fmla="*/ 0 w 2059193"/>
                <a:gd name="connsiteY0" fmla="*/ 3980116 h 3980116"/>
                <a:gd name="connsiteX1" fmla="*/ 471583 w 2059193"/>
                <a:gd name="connsiteY1" fmla="*/ 3515678 h 3980116"/>
                <a:gd name="connsiteX2" fmla="*/ 758666 w 2059193"/>
                <a:gd name="connsiteY2" fmla="*/ 3163824 h 3980116"/>
                <a:gd name="connsiteX3" fmla="*/ 940499 w 2059193"/>
                <a:gd name="connsiteY3" fmla="*/ 2780824 h 3980116"/>
                <a:gd name="connsiteX4" fmla="*/ 1055370 w 2059193"/>
                <a:gd name="connsiteY4" fmla="*/ 2242185 h 3980116"/>
                <a:gd name="connsiteX5" fmla="*/ 1136714 w 2059193"/>
                <a:gd name="connsiteY5" fmla="*/ 1878330 h 3980116"/>
                <a:gd name="connsiteX6" fmla="*/ 1246727 w 2059193"/>
                <a:gd name="connsiteY6" fmla="*/ 1562386 h 3980116"/>
                <a:gd name="connsiteX7" fmla="*/ 1378363 w 2059193"/>
                <a:gd name="connsiteY7" fmla="*/ 1430750 h 3980116"/>
                <a:gd name="connsiteX8" fmla="*/ 1691831 w 2059193"/>
                <a:gd name="connsiteY8" fmla="*/ 1394841 h 3980116"/>
                <a:gd name="connsiteX9" fmla="*/ 1914335 w 2059193"/>
                <a:gd name="connsiteY9" fmla="*/ 1323023 h 3980116"/>
                <a:gd name="connsiteX10" fmla="*/ 2055495 w 2059193"/>
                <a:gd name="connsiteY10" fmla="*/ 1098042 h 3980116"/>
                <a:gd name="connsiteX11" fmla="*/ 2033969 w 2059193"/>
                <a:gd name="connsiteY11" fmla="*/ 930497 h 3980116"/>
                <a:gd name="connsiteX12" fmla="*/ 1885664 w 2059193"/>
                <a:gd name="connsiteY12" fmla="*/ 760571 h 3980116"/>
                <a:gd name="connsiteX13" fmla="*/ 1636871 w 2059193"/>
                <a:gd name="connsiteY13" fmla="*/ 612172 h 3980116"/>
                <a:gd name="connsiteX14" fmla="*/ 1335405 w 2059193"/>
                <a:gd name="connsiteY14" fmla="*/ 459010 h 3980116"/>
                <a:gd name="connsiteX15" fmla="*/ 1234916 w 2059193"/>
                <a:gd name="connsiteY15" fmla="*/ 269939 h 3980116"/>
                <a:gd name="connsiteX16" fmla="*/ 1386935 w 2059193"/>
                <a:gd name="connsiteY16" fmla="*/ 0 h 398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59193" h="3980116">
                  <a:moveTo>
                    <a:pt x="0" y="3980116"/>
                  </a:moveTo>
                  <a:cubicBezTo>
                    <a:pt x="91345" y="3889534"/>
                    <a:pt x="382715" y="3608737"/>
                    <a:pt x="471583" y="3515678"/>
                  </a:cubicBezTo>
                  <a:cubicBezTo>
                    <a:pt x="576358" y="3405949"/>
                    <a:pt x="675989" y="3290983"/>
                    <a:pt x="758666" y="3163824"/>
                  </a:cubicBezTo>
                  <a:cubicBezTo>
                    <a:pt x="836105" y="3044857"/>
                    <a:pt x="897445" y="2916079"/>
                    <a:pt x="940499" y="2780824"/>
                  </a:cubicBezTo>
                  <a:cubicBezTo>
                    <a:pt x="996315" y="2605754"/>
                    <a:pt x="1020985" y="2422874"/>
                    <a:pt x="1055370" y="2242185"/>
                  </a:cubicBezTo>
                  <a:cubicBezTo>
                    <a:pt x="1078611" y="2120075"/>
                    <a:pt x="1107472" y="1999107"/>
                    <a:pt x="1136714" y="1878330"/>
                  </a:cubicBezTo>
                  <a:cubicBezTo>
                    <a:pt x="1163098" y="1769174"/>
                    <a:pt x="1189482" y="1658588"/>
                    <a:pt x="1246727" y="1562386"/>
                  </a:cubicBezTo>
                  <a:cubicBezTo>
                    <a:pt x="1279208" y="1507808"/>
                    <a:pt x="1321689" y="1459039"/>
                    <a:pt x="1378363" y="1430750"/>
                  </a:cubicBezTo>
                  <a:cubicBezTo>
                    <a:pt x="1473327" y="1383221"/>
                    <a:pt x="1584865" y="1402652"/>
                    <a:pt x="1691831" y="1394841"/>
                  </a:cubicBezTo>
                  <a:cubicBezTo>
                    <a:pt x="1771079" y="1389031"/>
                    <a:pt x="1849279" y="1368266"/>
                    <a:pt x="1914335" y="1323023"/>
                  </a:cubicBezTo>
                  <a:cubicBezTo>
                    <a:pt x="1989963" y="1270445"/>
                    <a:pt x="2041493" y="1189101"/>
                    <a:pt x="2055495" y="1098042"/>
                  </a:cubicBezTo>
                  <a:cubicBezTo>
                    <a:pt x="2064258" y="1041178"/>
                    <a:pt x="2057591" y="982980"/>
                    <a:pt x="2033969" y="930497"/>
                  </a:cubicBezTo>
                  <a:cubicBezTo>
                    <a:pt x="2002727" y="861060"/>
                    <a:pt x="1945958" y="807625"/>
                    <a:pt x="1885664" y="760571"/>
                  </a:cubicBezTo>
                  <a:cubicBezTo>
                    <a:pt x="1809179" y="700945"/>
                    <a:pt x="1725549" y="651415"/>
                    <a:pt x="1636871" y="612172"/>
                  </a:cubicBezTo>
                  <a:cubicBezTo>
                    <a:pt x="1532763" y="566071"/>
                    <a:pt x="1421606" y="532543"/>
                    <a:pt x="1335405" y="459010"/>
                  </a:cubicBezTo>
                  <a:cubicBezTo>
                    <a:pt x="1277969" y="409956"/>
                    <a:pt x="1232059" y="344615"/>
                    <a:pt x="1234916" y="269939"/>
                  </a:cubicBezTo>
                  <a:cubicBezTo>
                    <a:pt x="1237012" y="211741"/>
                    <a:pt x="1386935" y="0"/>
                    <a:pt x="1386935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pPr rtl="0"/>
              <a:endParaRPr lang="en-US" noProof="0" dirty="0"/>
            </a:p>
          </p:txBody>
        </p:sp>
        <p:sp>
          <p:nvSpPr>
            <p:cNvPr id="10" name="Freeform: Shape 14">
              <a:extLst>
                <a:ext uri="{FF2B5EF4-FFF2-40B4-BE49-F238E27FC236}">
                  <a16:creationId xmlns:a16="http://schemas.microsoft.com/office/drawing/2014/main" id="{EA3D5E76-F8C1-6F4A-298A-A21D6A99BD0A}"/>
                </a:ext>
              </a:extLst>
            </p:cNvPr>
            <p:cNvSpPr/>
            <p:nvPr userDrawn="1"/>
          </p:nvSpPr>
          <p:spPr>
            <a:xfrm>
              <a:off x="18825" y="543780"/>
              <a:ext cx="494287" cy="1905590"/>
            </a:xfrm>
            <a:custGeom>
              <a:avLst/>
              <a:gdLst>
                <a:gd name="connsiteX0" fmla="*/ 11144 w 743796"/>
                <a:gd name="connsiteY0" fmla="*/ 0 h 2867501"/>
                <a:gd name="connsiteX1" fmla="*/ 353663 w 743796"/>
                <a:gd name="connsiteY1" fmla="*/ 55245 h 2867501"/>
                <a:gd name="connsiteX2" fmla="*/ 571405 w 743796"/>
                <a:gd name="connsiteY2" fmla="*/ 179737 h 2867501"/>
                <a:gd name="connsiteX3" fmla="*/ 688658 w 743796"/>
                <a:gd name="connsiteY3" fmla="*/ 368808 h 2867501"/>
                <a:gd name="connsiteX4" fmla="*/ 731711 w 743796"/>
                <a:gd name="connsiteY4" fmla="*/ 612934 h 2867501"/>
                <a:gd name="connsiteX5" fmla="*/ 725233 w 743796"/>
                <a:gd name="connsiteY5" fmla="*/ 995648 h 2867501"/>
                <a:gd name="connsiteX6" fmla="*/ 742855 w 743796"/>
                <a:gd name="connsiteY6" fmla="*/ 1499330 h 2867501"/>
                <a:gd name="connsiteX7" fmla="*/ 707898 w 743796"/>
                <a:gd name="connsiteY7" fmla="*/ 1793081 h 2867501"/>
                <a:gd name="connsiteX8" fmla="*/ 633222 w 743796"/>
                <a:gd name="connsiteY8" fmla="*/ 2073592 h 2867501"/>
                <a:gd name="connsiteX9" fmla="*/ 404527 w 743796"/>
                <a:gd name="connsiteY9" fmla="*/ 2472404 h 2867501"/>
                <a:gd name="connsiteX10" fmla="*/ 0 w 743796"/>
                <a:gd name="connsiteY10" fmla="*/ 2867501 h 2867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3796" h="2867501">
                  <a:moveTo>
                    <a:pt x="11144" y="0"/>
                  </a:moveTo>
                  <a:cubicBezTo>
                    <a:pt x="101060" y="2953"/>
                    <a:pt x="268796" y="25146"/>
                    <a:pt x="353663" y="55245"/>
                  </a:cubicBezTo>
                  <a:cubicBezTo>
                    <a:pt x="433483" y="83534"/>
                    <a:pt x="510635" y="120967"/>
                    <a:pt x="571405" y="179737"/>
                  </a:cubicBezTo>
                  <a:cubicBezTo>
                    <a:pt x="625412" y="231934"/>
                    <a:pt x="663607" y="297942"/>
                    <a:pt x="688658" y="368808"/>
                  </a:cubicBezTo>
                  <a:cubicBezTo>
                    <a:pt x="716375" y="447103"/>
                    <a:pt x="727996" y="529876"/>
                    <a:pt x="731711" y="612934"/>
                  </a:cubicBezTo>
                  <a:cubicBezTo>
                    <a:pt x="737426" y="740474"/>
                    <a:pt x="724948" y="867918"/>
                    <a:pt x="725233" y="995648"/>
                  </a:cubicBezTo>
                  <a:cubicBezTo>
                    <a:pt x="725710" y="1163765"/>
                    <a:pt x="748665" y="1331309"/>
                    <a:pt x="742855" y="1499330"/>
                  </a:cubicBezTo>
                  <a:cubicBezTo>
                    <a:pt x="739426" y="1598009"/>
                    <a:pt x="725996" y="1696022"/>
                    <a:pt x="707898" y="1793081"/>
                  </a:cubicBezTo>
                  <a:cubicBezTo>
                    <a:pt x="690086" y="1888426"/>
                    <a:pt x="666845" y="1982724"/>
                    <a:pt x="633222" y="2073592"/>
                  </a:cubicBezTo>
                  <a:cubicBezTo>
                    <a:pt x="579692" y="2218182"/>
                    <a:pt x="499682" y="2351056"/>
                    <a:pt x="404527" y="2472404"/>
                  </a:cubicBezTo>
                  <a:cubicBezTo>
                    <a:pt x="266033" y="2648902"/>
                    <a:pt x="179642" y="2732818"/>
                    <a:pt x="0" y="286750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pPr rtl="0"/>
              <a:endParaRPr lang="en-US" noProof="0" dirty="0"/>
            </a:p>
          </p:txBody>
        </p:sp>
        <p:sp>
          <p:nvSpPr>
            <p:cNvPr id="11" name="Freeform: Shape 15">
              <a:extLst>
                <a:ext uri="{FF2B5EF4-FFF2-40B4-BE49-F238E27FC236}">
                  <a16:creationId xmlns:a16="http://schemas.microsoft.com/office/drawing/2014/main" id="{8FE3B266-49E5-6578-0C2A-BC018130F6DC}"/>
                </a:ext>
              </a:extLst>
            </p:cNvPr>
            <p:cNvSpPr/>
            <p:nvPr userDrawn="1"/>
          </p:nvSpPr>
          <p:spPr>
            <a:xfrm>
              <a:off x="10849" y="672286"/>
              <a:ext cx="396930" cy="1690303"/>
            </a:xfrm>
            <a:custGeom>
              <a:avLst/>
              <a:gdLst>
                <a:gd name="connsiteX0" fmla="*/ 16478 w 597294"/>
                <a:gd name="connsiteY0" fmla="*/ 2079 h 2543540"/>
                <a:gd name="connsiteX1" fmla="*/ 299847 w 597294"/>
                <a:gd name="connsiteY1" fmla="*/ 53991 h 2543540"/>
                <a:gd name="connsiteX2" fmla="*/ 503206 w 597294"/>
                <a:gd name="connsiteY2" fmla="*/ 291354 h 2543540"/>
                <a:gd name="connsiteX3" fmla="*/ 525113 w 597294"/>
                <a:gd name="connsiteY3" fmla="*/ 724265 h 2543540"/>
                <a:gd name="connsiteX4" fmla="*/ 578930 w 597294"/>
                <a:gd name="connsiteY4" fmla="*/ 1117267 h 2543540"/>
                <a:gd name="connsiteX5" fmla="*/ 592931 w 597294"/>
                <a:gd name="connsiteY5" fmla="*/ 1476359 h 2543540"/>
                <a:gd name="connsiteX6" fmla="*/ 503206 w 597294"/>
                <a:gd name="connsiteY6" fmla="*/ 1859359 h 2543540"/>
                <a:gd name="connsiteX7" fmla="*/ 291846 w 597294"/>
                <a:gd name="connsiteY7" fmla="*/ 2250361 h 2543540"/>
                <a:gd name="connsiteX8" fmla="*/ 0 w 597294"/>
                <a:gd name="connsiteY8" fmla="*/ 2543540 h 254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7294" h="2543540">
                  <a:moveTo>
                    <a:pt x="16478" y="2079"/>
                  </a:moveTo>
                  <a:cubicBezTo>
                    <a:pt x="101441" y="-6684"/>
                    <a:pt x="224885" y="12557"/>
                    <a:pt x="299847" y="53991"/>
                  </a:cubicBezTo>
                  <a:cubicBezTo>
                    <a:pt x="394240" y="106092"/>
                    <a:pt x="468440" y="189341"/>
                    <a:pt x="503206" y="291354"/>
                  </a:cubicBezTo>
                  <a:cubicBezTo>
                    <a:pt x="550069" y="429085"/>
                    <a:pt x="520827" y="577770"/>
                    <a:pt x="525113" y="724265"/>
                  </a:cubicBezTo>
                  <a:cubicBezTo>
                    <a:pt x="529019" y="856472"/>
                    <a:pt x="561118" y="986012"/>
                    <a:pt x="578930" y="1117267"/>
                  </a:cubicBezTo>
                  <a:cubicBezTo>
                    <a:pt x="595122" y="1236234"/>
                    <a:pt x="602742" y="1356630"/>
                    <a:pt x="592931" y="1476359"/>
                  </a:cubicBezTo>
                  <a:cubicBezTo>
                    <a:pt x="582073" y="1607709"/>
                    <a:pt x="549783" y="1736011"/>
                    <a:pt x="503206" y="1859359"/>
                  </a:cubicBezTo>
                  <a:cubicBezTo>
                    <a:pt x="450628" y="1998710"/>
                    <a:pt x="383857" y="2133298"/>
                    <a:pt x="291846" y="2250361"/>
                  </a:cubicBezTo>
                  <a:cubicBezTo>
                    <a:pt x="231553" y="2327132"/>
                    <a:pt x="73819" y="2479532"/>
                    <a:pt x="0" y="254354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pPr rtl="0"/>
              <a:endParaRPr lang="en-US" noProof="0" dirty="0"/>
            </a:p>
          </p:txBody>
        </p:sp>
        <p:sp>
          <p:nvSpPr>
            <p:cNvPr id="12" name="Freeform: Shape 16">
              <a:extLst>
                <a:ext uri="{FF2B5EF4-FFF2-40B4-BE49-F238E27FC236}">
                  <a16:creationId xmlns:a16="http://schemas.microsoft.com/office/drawing/2014/main" id="{88E1CE45-51AC-C899-077B-AC023AFB2BE3}"/>
                </a:ext>
              </a:extLst>
            </p:cNvPr>
            <p:cNvSpPr/>
            <p:nvPr userDrawn="1"/>
          </p:nvSpPr>
          <p:spPr>
            <a:xfrm>
              <a:off x="23002" y="881264"/>
              <a:ext cx="258791" cy="1336561"/>
            </a:xfrm>
            <a:custGeom>
              <a:avLst/>
              <a:gdLst>
                <a:gd name="connsiteX0" fmla="*/ 0 w 389425"/>
                <a:gd name="connsiteY0" fmla="*/ 33 h 2011236"/>
                <a:gd name="connsiteX1" fmla="*/ 171260 w 389425"/>
                <a:gd name="connsiteY1" fmla="*/ 60326 h 2011236"/>
                <a:gd name="connsiteX2" fmla="*/ 211455 w 389425"/>
                <a:gd name="connsiteY2" fmla="*/ 221204 h 2011236"/>
                <a:gd name="connsiteX3" fmla="*/ 243078 w 389425"/>
                <a:gd name="connsiteY3" fmla="*/ 448089 h 2011236"/>
                <a:gd name="connsiteX4" fmla="*/ 346424 w 389425"/>
                <a:gd name="connsiteY4" fmla="*/ 789941 h 2011236"/>
                <a:gd name="connsiteX5" fmla="*/ 372237 w 389425"/>
                <a:gd name="connsiteY5" fmla="*/ 942151 h 2011236"/>
                <a:gd name="connsiteX6" fmla="*/ 386620 w 389425"/>
                <a:gd name="connsiteY6" fmla="*/ 1272478 h 2011236"/>
                <a:gd name="connsiteX7" fmla="*/ 280416 w 389425"/>
                <a:gd name="connsiteY7" fmla="*/ 1660241 h 2011236"/>
                <a:gd name="connsiteX8" fmla="*/ 151257 w 389425"/>
                <a:gd name="connsiteY8" fmla="*/ 1844073 h 2011236"/>
                <a:gd name="connsiteX9" fmla="*/ 1905 w 389425"/>
                <a:gd name="connsiteY9" fmla="*/ 2011237 h 2011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9425" h="2011236">
                  <a:moveTo>
                    <a:pt x="0" y="33"/>
                  </a:moveTo>
                  <a:cubicBezTo>
                    <a:pt x="57912" y="-824"/>
                    <a:pt x="136112" y="14892"/>
                    <a:pt x="171260" y="60326"/>
                  </a:cubicBezTo>
                  <a:cubicBezTo>
                    <a:pt x="205645" y="104903"/>
                    <a:pt x="207740" y="164244"/>
                    <a:pt x="211455" y="221204"/>
                  </a:cubicBezTo>
                  <a:cubicBezTo>
                    <a:pt x="216408" y="297594"/>
                    <a:pt x="225838" y="373604"/>
                    <a:pt x="243078" y="448089"/>
                  </a:cubicBezTo>
                  <a:cubicBezTo>
                    <a:pt x="269939" y="564199"/>
                    <a:pt x="319183" y="673927"/>
                    <a:pt x="346424" y="789941"/>
                  </a:cubicBezTo>
                  <a:cubicBezTo>
                    <a:pt x="358235" y="840043"/>
                    <a:pt x="365951" y="891097"/>
                    <a:pt x="372237" y="942151"/>
                  </a:cubicBezTo>
                  <a:cubicBezTo>
                    <a:pt x="385858" y="1051784"/>
                    <a:pt x="394049" y="1162274"/>
                    <a:pt x="386620" y="1272478"/>
                  </a:cubicBezTo>
                  <a:cubicBezTo>
                    <a:pt x="377476" y="1407828"/>
                    <a:pt x="344996" y="1541178"/>
                    <a:pt x="280416" y="1660241"/>
                  </a:cubicBezTo>
                  <a:cubicBezTo>
                    <a:pt x="244602" y="1726249"/>
                    <a:pt x="199358" y="1786352"/>
                    <a:pt x="151257" y="1844073"/>
                  </a:cubicBezTo>
                  <a:cubicBezTo>
                    <a:pt x="79534" y="1930084"/>
                    <a:pt x="89345" y="1941419"/>
                    <a:pt x="1905" y="2011237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pPr rtl="0"/>
              <a:endParaRPr lang="en-US" noProof="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14400"/>
            <a:ext cx="3657600" cy="4754880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9048" y="914400"/>
            <a:ext cx="5486400" cy="4754880"/>
          </a:xfrm>
        </p:spPr>
        <p:txBody>
          <a:bodyPr anchor="t" anchorCtr="0">
            <a:normAutofit/>
          </a:bodyPr>
          <a:lstStyle>
            <a:lvl1pPr>
              <a:spcBef>
                <a:spcPts val="1600"/>
              </a:spcBef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857554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75120" y="576072"/>
            <a:ext cx="4937760" cy="4023360"/>
          </a:xfrm>
        </p:spPr>
        <p:txBody>
          <a:bodyPr anchor="b">
            <a:normAutofit/>
          </a:bodyPr>
          <a:lstStyle>
            <a:lvl1pPr algn="l">
              <a:defRPr sz="44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75120" y="4846320"/>
            <a:ext cx="4937760" cy="1554480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Click to edit Master subtitle style</a:t>
            </a:r>
            <a:endParaRPr lang="en-US" noProof="0" dirty="0"/>
          </a:p>
        </p:txBody>
      </p:sp>
      <p:sp>
        <p:nvSpPr>
          <p:cNvPr id="7" name="Picture Placeholder 7">
            <a:extLst>
              <a:ext uri="{FF2B5EF4-FFF2-40B4-BE49-F238E27FC236}">
                <a16:creationId xmlns:a16="http://schemas.microsoft.com/office/drawing/2014/main" id="{AA872EE9-FDFB-95A7-3547-DCAA0B51FE2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099048" cy="6858000"/>
          </a:xfrm>
          <a:solidFill>
            <a:schemeClr val="accent5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grpSp>
        <p:nvGrpSpPr>
          <p:cNvPr id="8" name="Bottom Right">
            <a:extLst>
              <a:ext uri="{FF2B5EF4-FFF2-40B4-BE49-F238E27FC236}">
                <a16:creationId xmlns:a16="http://schemas.microsoft.com/office/drawing/2014/main" id="{7CA8026F-F3E2-F0AC-BA28-474EDDAC77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V="1">
            <a:off x="7993448" y="0"/>
            <a:ext cx="4211600" cy="3581399"/>
            <a:chOff x="7980400" y="3276601"/>
            <a:chExt cx="4211600" cy="3581399"/>
          </a:xfrm>
        </p:grpSpPr>
        <p:grpSp>
          <p:nvGrpSpPr>
            <p:cNvPr id="9" name="Graphic 157">
              <a:extLst>
                <a:ext uri="{FF2B5EF4-FFF2-40B4-BE49-F238E27FC236}">
                  <a16:creationId xmlns:a16="http://schemas.microsoft.com/office/drawing/2014/main" id="{782E918B-03BB-ACBE-8695-C038FDB893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2740" y="3276601"/>
              <a:ext cx="3529260" cy="3581397"/>
              <a:chOff x="4114800" y="1423987"/>
              <a:chExt cx="3961542" cy="4007547"/>
            </a:xfrm>
            <a:noFill/>
          </p:grpSpPr>
          <p:sp>
            <p:nvSpPr>
              <p:cNvPr id="11" name="Freeform: Shape 24">
                <a:extLst>
                  <a:ext uri="{FF2B5EF4-FFF2-40B4-BE49-F238E27FC236}">
                    <a16:creationId xmlns:a16="http://schemas.microsoft.com/office/drawing/2014/main" id="{F40556B5-03F2-5DD3-B639-14377EFFE7FE}"/>
                  </a:ext>
                </a:extLst>
              </p:cNvPr>
              <p:cNvSpPr/>
              <p:nvPr/>
            </p:nvSpPr>
            <p:spPr>
              <a:xfrm>
                <a:off x="4114800" y="1423987"/>
                <a:ext cx="3946874" cy="3989641"/>
              </a:xfrm>
              <a:custGeom>
                <a:avLst/>
                <a:gdLst>
                  <a:gd name="connsiteX0" fmla="*/ 0 w 3946874"/>
                  <a:gd name="connsiteY0" fmla="*/ 3989641 h 3989641"/>
                  <a:gd name="connsiteX1" fmla="*/ 79439 w 3946874"/>
                  <a:gd name="connsiteY1" fmla="*/ 3891153 h 3989641"/>
                  <a:gd name="connsiteX2" fmla="*/ 297371 w 3946874"/>
                  <a:gd name="connsiteY2" fmla="*/ 3626930 h 3989641"/>
                  <a:gd name="connsiteX3" fmla="*/ 454343 w 3946874"/>
                  <a:gd name="connsiteY3" fmla="*/ 3440335 h 3989641"/>
                  <a:gd name="connsiteX4" fmla="*/ 622363 w 3946874"/>
                  <a:gd name="connsiteY4" fmla="*/ 3290697 h 3989641"/>
                  <a:gd name="connsiteX5" fmla="*/ 927068 w 3946874"/>
                  <a:gd name="connsiteY5" fmla="*/ 3087434 h 3989641"/>
                  <a:gd name="connsiteX6" fmla="*/ 1176338 w 3946874"/>
                  <a:gd name="connsiteY6" fmla="*/ 2915603 h 3989641"/>
                  <a:gd name="connsiteX7" fmla="*/ 1394270 w 3946874"/>
                  <a:gd name="connsiteY7" fmla="*/ 2780729 h 3989641"/>
                  <a:gd name="connsiteX8" fmla="*/ 1601057 w 3946874"/>
                  <a:gd name="connsiteY8" fmla="*/ 2723483 h 3989641"/>
                  <a:gd name="connsiteX9" fmla="*/ 1756220 w 3946874"/>
                  <a:gd name="connsiteY9" fmla="*/ 2743772 h 3989641"/>
                  <a:gd name="connsiteX10" fmla="*/ 1889189 w 3946874"/>
                  <a:gd name="connsiteY10" fmla="*/ 2765965 h 3989641"/>
                  <a:gd name="connsiteX11" fmla="*/ 2007394 w 3946874"/>
                  <a:gd name="connsiteY11" fmla="*/ 2765965 h 3989641"/>
                  <a:gd name="connsiteX12" fmla="*/ 2184654 w 3946874"/>
                  <a:gd name="connsiteY12" fmla="*/ 2671763 h 3989641"/>
                  <a:gd name="connsiteX13" fmla="*/ 2372773 w 3946874"/>
                  <a:gd name="connsiteY13" fmla="*/ 2538984 h 3989641"/>
                  <a:gd name="connsiteX14" fmla="*/ 2439543 w 3946874"/>
                  <a:gd name="connsiteY14" fmla="*/ 2510504 h 3989641"/>
                  <a:gd name="connsiteX15" fmla="*/ 2650617 w 3946874"/>
                  <a:gd name="connsiteY15" fmla="*/ 2434781 h 3989641"/>
                  <a:gd name="connsiteX16" fmla="*/ 2785110 w 3946874"/>
                  <a:gd name="connsiteY16" fmla="*/ 2383060 h 3989641"/>
                  <a:gd name="connsiteX17" fmla="*/ 2897315 w 3946874"/>
                  <a:gd name="connsiteY17" fmla="*/ 2318861 h 3989641"/>
                  <a:gd name="connsiteX18" fmla="*/ 2997994 w 3946874"/>
                  <a:gd name="connsiteY18" fmla="*/ 2226183 h 3989641"/>
                  <a:gd name="connsiteX19" fmla="*/ 3061240 w 3946874"/>
                  <a:gd name="connsiteY19" fmla="*/ 2141506 h 3989641"/>
                  <a:gd name="connsiteX20" fmla="*/ 3152108 w 3946874"/>
                  <a:gd name="connsiteY20" fmla="*/ 2005203 h 3989641"/>
                  <a:gd name="connsiteX21" fmla="*/ 3274124 w 3946874"/>
                  <a:gd name="connsiteY21" fmla="*/ 1871567 h 3989641"/>
                  <a:gd name="connsiteX22" fmla="*/ 3388138 w 3946874"/>
                  <a:gd name="connsiteY22" fmla="*/ 1770888 h 3989641"/>
                  <a:gd name="connsiteX23" fmla="*/ 3466529 w 3946874"/>
                  <a:gd name="connsiteY23" fmla="*/ 1679162 h 3989641"/>
                  <a:gd name="connsiteX24" fmla="*/ 3538633 w 3946874"/>
                  <a:gd name="connsiteY24" fmla="*/ 1551718 h 3989641"/>
                  <a:gd name="connsiteX25" fmla="*/ 3588544 w 3946874"/>
                  <a:gd name="connsiteY25" fmla="*/ 1376172 h 3989641"/>
                  <a:gd name="connsiteX26" fmla="*/ 3597402 w 3946874"/>
                  <a:gd name="connsiteY26" fmla="*/ 1293305 h 3989641"/>
                  <a:gd name="connsiteX27" fmla="*/ 3721227 w 3946874"/>
                  <a:gd name="connsiteY27" fmla="*/ 880491 h 3989641"/>
                  <a:gd name="connsiteX28" fmla="*/ 3761137 w 3946874"/>
                  <a:gd name="connsiteY28" fmla="*/ 463677 h 3989641"/>
                  <a:gd name="connsiteX29" fmla="*/ 3946874 w 3946874"/>
                  <a:gd name="connsiteY29" fmla="*/ 0 h 39896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3946874" h="3989641">
                    <a:moveTo>
                      <a:pt x="0" y="3989641"/>
                    </a:moveTo>
                    <a:cubicBezTo>
                      <a:pt x="19050" y="3957257"/>
                      <a:pt x="50959" y="3916013"/>
                      <a:pt x="79439" y="3891153"/>
                    </a:cubicBezTo>
                    <a:cubicBezTo>
                      <a:pt x="165544" y="3815906"/>
                      <a:pt x="227933" y="3717989"/>
                      <a:pt x="297371" y="3626930"/>
                    </a:cubicBezTo>
                    <a:cubicBezTo>
                      <a:pt x="346615" y="3562255"/>
                      <a:pt x="398050" y="3499009"/>
                      <a:pt x="454343" y="3440335"/>
                    </a:cubicBezTo>
                    <a:cubicBezTo>
                      <a:pt x="506349" y="3386042"/>
                      <a:pt x="562642" y="3336227"/>
                      <a:pt x="622363" y="3290697"/>
                    </a:cubicBezTo>
                    <a:cubicBezTo>
                      <a:pt x="719519" y="3216688"/>
                      <a:pt x="824960" y="3154585"/>
                      <a:pt x="927068" y="3087434"/>
                    </a:cubicBezTo>
                    <a:cubicBezTo>
                      <a:pt x="1011365" y="3031998"/>
                      <a:pt x="1093565" y="2973324"/>
                      <a:pt x="1176338" y="2915603"/>
                    </a:cubicBezTo>
                    <a:cubicBezTo>
                      <a:pt x="1246537" y="2866644"/>
                      <a:pt x="1317308" y="2818066"/>
                      <a:pt x="1394270" y="2780729"/>
                    </a:cubicBezTo>
                    <a:cubicBezTo>
                      <a:pt x="1459421" y="2749106"/>
                      <a:pt x="1528763" y="2724436"/>
                      <a:pt x="1601057" y="2723483"/>
                    </a:cubicBezTo>
                    <a:cubicBezTo>
                      <a:pt x="1653350" y="2722721"/>
                      <a:pt x="1704785" y="2733485"/>
                      <a:pt x="1756220" y="2743772"/>
                    </a:cubicBezTo>
                    <a:cubicBezTo>
                      <a:pt x="1800320" y="2752630"/>
                      <a:pt x="1844612" y="2760250"/>
                      <a:pt x="1889189" y="2765965"/>
                    </a:cubicBezTo>
                    <a:cubicBezTo>
                      <a:pt x="1928622" y="2771013"/>
                      <a:pt x="1968437" y="2773299"/>
                      <a:pt x="2007394" y="2765965"/>
                    </a:cubicBezTo>
                    <a:cubicBezTo>
                      <a:pt x="2073878" y="2753487"/>
                      <a:pt x="2130647" y="2712911"/>
                      <a:pt x="2184654" y="2671763"/>
                    </a:cubicBezTo>
                    <a:cubicBezTo>
                      <a:pt x="2245900" y="2625090"/>
                      <a:pt x="2304002" y="2573465"/>
                      <a:pt x="2372773" y="2538984"/>
                    </a:cubicBezTo>
                    <a:cubicBezTo>
                      <a:pt x="2394395" y="2528126"/>
                      <a:pt x="2416874" y="2518982"/>
                      <a:pt x="2439543" y="2510504"/>
                    </a:cubicBezTo>
                    <a:cubicBezTo>
                      <a:pt x="2509552" y="2484215"/>
                      <a:pt x="2580037" y="2459450"/>
                      <a:pt x="2650617" y="2434781"/>
                    </a:cubicBezTo>
                    <a:cubicBezTo>
                      <a:pt x="2695956" y="2418874"/>
                      <a:pt x="2741295" y="2402872"/>
                      <a:pt x="2785110" y="2383060"/>
                    </a:cubicBezTo>
                    <a:cubicBezTo>
                      <a:pt x="2824448" y="2365248"/>
                      <a:pt x="2862358" y="2344198"/>
                      <a:pt x="2897315" y="2318861"/>
                    </a:cubicBezTo>
                    <a:cubicBezTo>
                      <a:pt x="2934367" y="2292096"/>
                      <a:pt x="2968085" y="2260854"/>
                      <a:pt x="2997994" y="2226183"/>
                    </a:cubicBezTo>
                    <a:cubicBezTo>
                      <a:pt x="3020949" y="2199513"/>
                      <a:pt x="3041714" y="2170938"/>
                      <a:pt x="3061240" y="2141506"/>
                    </a:cubicBezTo>
                    <a:cubicBezTo>
                      <a:pt x="3091529" y="2095976"/>
                      <a:pt x="3119533" y="2049018"/>
                      <a:pt x="3152108" y="2005203"/>
                    </a:cubicBezTo>
                    <a:cubicBezTo>
                      <a:pt x="3188113" y="1956626"/>
                      <a:pt x="3229261" y="1912144"/>
                      <a:pt x="3274124" y="1871567"/>
                    </a:cubicBezTo>
                    <a:cubicBezTo>
                      <a:pt x="3311747" y="1837563"/>
                      <a:pt x="3351848" y="1806321"/>
                      <a:pt x="3388138" y="1770888"/>
                    </a:cubicBezTo>
                    <a:cubicBezTo>
                      <a:pt x="3416999" y="1742694"/>
                      <a:pt x="3443002" y="1711833"/>
                      <a:pt x="3466529" y="1679162"/>
                    </a:cubicBezTo>
                    <a:cubicBezTo>
                      <a:pt x="3495008" y="1639348"/>
                      <a:pt x="3519392" y="1596771"/>
                      <a:pt x="3538633" y="1551718"/>
                    </a:cubicBezTo>
                    <a:cubicBezTo>
                      <a:pt x="3562731" y="1495616"/>
                      <a:pt x="3578924" y="1436465"/>
                      <a:pt x="3588544" y="1376172"/>
                    </a:cubicBezTo>
                    <a:cubicBezTo>
                      <a:pt x="3592925" y="1348740"/>
                      <a:pt x="3595688" y="1321022"/>
                      <a:pt x="3597402" y="1293305"/>
                    </a:cubicBezTo>
                    <a:cubicBezTo>
                      <a:pt x="3605974" y="1155859"/>
                      <a:pt x="3717703" y="1018127"/>
                      <a:pt x="3721227" y="880491"/>
                    </a:cubicBezTo>
                    <a:cubicBezTo>
                      <a:pt x="3724751" y="740855"/>
                      <a:pt x="3743135" y="602171"/>
                      <a:pt x="3761137" y="463677"/>
                    </a:cubicBezTo>
                    <a:cubicBezTo>
                      <a:pt x="3776186" y="347758"/>
                      <a:pt x="3934968" y="116205"/>
                      <a:pt x="3946874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rtl="0"/>
                <a:endParaRPr lang="en-US" noProof="0" dirty="0"/>
              </a:p>
            </p:txBody>
          </p:sp>
          <p:sp>
            <p:nvSpPr>
              <p:cNvPr id="12" name="Freeform: Shape 25">
                <a:extLst>
                  <a:ext uri="{FF2B5EF4-FFF2-40B4-BE49-F238E27FC236}">
                    <a16:creationId xmlns:a16="http://schemas.microsoft.com/office/drawing/2014/main" id="{45B7ADF8-3ED6-87A7-6F47-B78462C77A20}"/>
                  </a:ext>
                </a:extLst>
              </p:cNvPr>
              <p:cNvSpPr/>
              <p:nvPr/>
            </p:nvSpPr>
            <p:spPr>
              <a:xfrm>
                <a:off x="4395978" y="2441733"/>
                <a:ext cx="3665410" cy="2985611"/>
              </a:xfrm>
              <a:custGeom>
                <a:avLst/>
                <a:gdLst>
                  <a:gd name="connsiteX0" fmla="*/ 0 w 3665410"/>
                  <a:gd name="connsiteY0" fmla="*/ 2985611 h 2985611"/>
                  <a:gd name="connsiteX1" fmla="*/ 166211 w 3665410"/>
                  <a:gd name="connsiteY1" fmla="*/ 2699766 h 2985611"/>
                  <a:gd name="connsiteX2" fmla="*/ 397002 w 3665410"/>
                  <a:gd name="connsiteY2" fmla="*/ 2414969 h 2985611"/>
                  <a:gd name="connsiteX3" fmla="*/ 620173 w 3665410"/>
                  <a:gd name="connsiteY3" fmla="*/ 2237899 h 2985611"/>
                  <a:gd name="connsiteX4" fmla="*/ 823341 w 3665410"/>
                  <a:gd name="connsiteY4" fmla="*/ 2085499 h 2985611"/>
                  <a:gd name="connsiteX5" fmla="*/ 1089565 w 3665410"/>
                  <a:gd name="connsiteY5" fmla="*/ 1911477 h 2985611"/>
                  <a:gd name="connsiteX6" fmla="*/ 1145000 w 3665410"/>
                  <a:gd name="connsiteY6" fmla="*/ 1886807 h 2985611"/>
                  <a:gd name="connsiteX7" fmla="*/ 1375791 w 3665410"/>
                  <a:gd name="connsiteY7" fmla="*/ 1842135 h 2985611"/>
                  <a:gd name="connsiteX8" fmla="*/ 1486567 w 3665410"/>
                  <a:gd name="connsiteY8" fmla="*/ 1857566 h 2985611"/>
                  <a:gd name="connsiteX9" fmla="*/ 1568101 w 3665410"/>
                  <a:gd name="connsiteY9" fmla="*/ 1871377 h 2985611"/>
                  <a:gd name="connsiteX10" fmla="*/ 1810607 w 3665410"/>
                  <a:gd name="connsiteY10" fmla="*/ 1871377 h 2985611"/>
                  <a:gd name="connsiteX11" fmla="*/ 1997964 w 3665410"/>
                  <a:gd name="connsiteY11" fmla="*/ 1790605 h 2985611"/>
                  <a:gd name="connsiteX12" fmla="*/ 2109883 w 3665410"/>
                  <a:gd name="connsiteY12" fmla="*/ 1702784 h 2985611"/>
                  <a:gd name="connsiteX13" fmla="*/ 2321433 w 3665410"/>
                  <a:gd name="connsiteY13" fmla="*/ 1552384 h 2985611"/>
                  <a:gd name="connsiteX14" fmla="*/ 2558891 w 3665410"/>
                  <a:gd name="connsiteY14" fmla="*/ 1453420 h 2985611"/>
                  <a:gd name="connsiteX15" fmla="*/ 2709767 w 3665410"/>
                  <a:gd name="connsiteY15" fmla="*/ 1377887 h 2985611"/>
                  <a:gd name="connsiteX16" fmla="*/ 2885408 w 3665410"/>
                  <a:gd name="connsiteY16" fmla="*/ 1237393 h 2985611"/>
                  <a:gd name="connsiteX17" fmla="*/ 3017711 w 3665410"/>
                  <a:gd name="connsiteY17" fmla="*/ 1072229 h 2985611"/>
                  <a:gd name="connsiteX18" fmla="*/ 3150680 w 3665410"/>
                  <a:gd name="connsiteY18" fmla="*/ 921830 h 2985611"/>
                  <a:gd name="connsiteX19" fmla="*/ 3255169 w 3665410"/>
                  <a:gd name="connsiteY19" fmla="*/ 801815 h 2985611"/>
                  <a:gd name="connsiteX20" fmla="*/ 3339275 w 3665410"/>
                  <a:gd name="connsiteY20" fmla="*/ 694182 h 2985611"/>
                  <a:gd name="connsiteX21" fmla="*/ 3409188 w 3665410"/>
                  <a:gd name="connsiteY21" fmla="*/ 546926 h 2985611"/>
                  <a:gd name="connsiteX22" fmla="*/ 3464243 w 3665410"/>
                  <a:gd name="connsiteY22" fmla="*/ 347663 h 2985611"/>
                  <a:gd name="connsiteX23" fmla="*/ 3665411 w 3665410"/>
                  <a:gd name="connsiteY23" fmla="*/ 0 h 29856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665410" h="2985611">
                    <a:moveTo>
                      <a:pt x="0" y="2985611"/>
                    </a:moveTo>
                    <a:cubicBezTo>
                      <a:pt x="0" y="2985611"/>
                      <a:pt x="86773" y="2802827"/>
                      <a:pt x="166211" y="2699766"/>
                    </a:cubicBezTo>
                    <a:cubicBezTo>
                      <a:pt x="240983" y="2602706"/>
                      <a:pt x="309182" y="2500122"/>
                      <a:pt x="397002" y="2414969"/>
                    </a:cubicBezTo>
                    <a:cubicBezTo>
                      <a:pt x="465296" y="2348865"/>
                      <a:pt x="543592" y="2294477"/>
                      <a:pt x="620173" y="2237899"/>
                    </a:cubicBezTo>
                    <a:cubicBezTo>
                      <a:pt x="688277" y="2187607"/>
                      <a:pt x="755333" y="2135886"/>
                      <a:pt x="823341" y="2085499"/>
                    </a:cubicBezTo>
                    <a:cubicBezTo>
                      <a:pt x="908685" y="2022253"/>
                      <a:pt x="994791" y="1959197"/>
                      <a:pt x="1089565" y="1911477"/>
                    </a:cubicBezTo>
                    <a:cubicBezTo>
                      <a:pt x="1107662" y="1902428"/>
                      <a:pt x="1126141" y="1894141"/>
                      <a:pt x="1145000" y="1886807"/>
                    </a:cubicBezTo>
                    <a:cubicBezTo>
                      <a:pt x="1218819" y="1858232"/>
                      <a:pt x="1296924" y="1838611"/>
                      <a:pt x="1375791" y="1842135"/>
                    </a:cubicBezTo>
                    <a:cubicBezTo>
                      <a:pt x="1413129" y="1843754"/>
                      <a:pt x="1449896" y="1850422"/>
                      <a:pt x="1486567" y="1857566"/>
                    </a:cubicBezTo>
                    <a:cubicBezTo>
                      <a:pt x="1513618" y="1862804"/>
                      <a:pt x="1540859" y="1867376"/>
                      <a:pt x="1568101" y="1871377"/>
                    </a:cubicBezTo>
                    <a:cubicBezTo>
                      <a:pt x="1648778" y="1883188"/>
                      <a:pt x="1730978" y="1887665"/>
                      <a:pt x="1810607" y="1871377"/>
                    </a:cubicBezTo>
                    <a:cubicBezTo>
                      <a:pt x="1877854" y="1857661"/>
                      <a:pt x="1941100" y="1829086"/>
                      <a:pt x="1997964" y="1790605"/>
                    </a:cubicBezTo>
                    <a:cubicBezTo>
                      <a:pt x="2037302" y="1764030"/>
                      <a:pt x="2073497" y="1733264"/>
                      <a:pt x="2109883" y="1702784"/>
                    </a:cubicBezTo>
                    <a:cubicBezTo>
                      <a:pt x="2176367" y="1647063"/>
                      <a:pt x="2244852" y="1593151"/>
                      <a:pt x="2321433" y="1552384"/>
                    </a:cubicBezTo>
                    <a:cubicBezTo>
                      <a:pt x="2397157" y="1512094"/>
                      <a:pt x="2479548" y="1486281"/>
                      <a:pt x="2558891" y="1453420"/>
                    </a:cubicBezTo>
                    <a:cubicBezTo>
                      <a:pt x="2610898" y="1431798"/>
                      <a:pt x="2661571" y="1407033"/>
                      <a:pt x="2709767" y="1377887"/>
                    </a:cubicBezTo>
                    <a:cubicBezTo>
                      <a:pt x="2774252" y="1338929"/>
                      <a:pt x="2834069" y="1292447"/>
                      <a:pt x="2885408" y="1237393"/>
                    </a:cubicBezTo>
                    <a:cubicBezTo>
                      <a:pt x="2933605" y="1185767"/>
                      <a:pt x="2973324" y="1127093"/>
                      <a:pt x="3017711" y="1072229"/>
                    </a:cubicBezTo>
                    <a:cubicBezTo>
                      <a:pt x="3059811" y="1020223"/>
                      <a:pt x="3105912" y="971645"/>
                      <a:pt x="3150680" y="921830"/>
                    </a:cubicBezTo>
                    <a:cubicBezTo>
                      <a:pt x="3186113" y="882396"/>
                      <a:pt x="3220593" y="842010"/>
                      <a:pt x="3255169" y="801815"/>
                    </a:cubicBezTo>
                    <a:cubicBezTo>
                      <a:pt x="3284887" y="767239"/>
                      <a:pt x="3314605" y="732473"/>
                      <a:pt x="3339275" y="694182"/>
                    </a:cubicBezTo>
                    <a:cubicBezTo>
                      <a:pt x="3368707" y="648367"/>
                      <a:pt x="3390138" y="597980"/>
                      <a:pt x="3409188" y="546926"/>
                    </a:cubicBezTo>
                    <a:cubicBezTo>
                      <a:pt x="3433382" y="482156"/>
                      <a:pt x="3453384" y="415861"/>
                      <a:pt x="3464243" y="347663"/>
                    </a:cubicBezTo>
                    <a:cubicBezTo>
                      <a:pt x="3476244" y="272224"/>
                      <a:pt x="3661696" y="76295"/>
                      <a:pt x="366541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rtl="0"/>
                <a:endParaRPr lang="en-US" noProof="0" dirty="0"/>
              </a:p>
            </p:txBody>
          </p:sp>
          <p:sp>
            <p:nvSpPr>
              <p:cNvPr id="13" name="Freeform: Shape 26">
                <a:extLst>
                  <a:ext uri="{FF2B5EF4-FFF2-40B4-BE49-F238E27FC236}">
                    <a16:creationId xmlns:a16="http://schemas.microsoft.com/office/drawing/2014/main" id="{D52AE879-F1BC-2561-2FBF-ABB2E105164C}"/>
                  </a:ext>
                </a:extLst>
              </p:cNvPr>
              <p:cNvSpPr/>
              <p:nvPr/>
            </p:nvSpPr>
            <p:spPr>
              <a:xfrm>
                <a:off x="7790402" y="5229700"/>
                <a:ext cx="285940" cy="199072"/>
              </a:xfrm>
              <a:custGeom>
                <a:avLst/>
                <a:gdLst>
                  <a:gd name="connsiteX0" fmla="*/ 0 w 285940"/>
                  <a:gd name="connsiteY0" fmla="*/ 199073 h 199072"/>
                  <a:gd name="connsiteX1" fmla="*/ 285940 w 285940"/>
                  <a:gd name="connsiteY1" fmla="*/ 0 h 1990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85940" h="199072">
                    <a:moveTo>
                      <a:pt x="0" y="199073"/>
                    </a:moveTo>
                    <a:cubicBezTo>
                      <a:pt x="0" y="199073"/>
                      <a:pt x="242125" y="39243"/>
                      <a:pt x="28594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rtl="0"/>
                <a:endParaRPr lang="en-US" noProof="0" dirty="0"/>
              </a:p>
            </p:txBody>
          </p:sp>
          <p:sp>
            <p:nvSpPr>
              <p:cNvPr id="14" name="Freeform: Shape 30">
                <a:extLst>
                  <a:ext uri="{FF2B5EF4-FFF2-40B4-BE49-F238E27FC236}">
                    <a16:creationId xmlns:a16="http://schemas.microsoft.com/office/drawing/2014/main" id="{A1EA5E2E-9618-98D9-9F06-C4647D1D4293}"/>
                  </a:ext>
                </a:extLst>
              </p:cNvPr>
              <p:cNvSpPr/>
              <p:nvPr/>
            </p:nvSpPr>
            <p:spPr>
              <a:xfrm>
                <a:off x="7393114" y="5049773"/>
                <a:ext cx="655796" cy="381190"/>
              </a:xfrm>
              <a:custGeom>
                <a:avLst/>
                <a:gdLst>
                  <a:gd name="connsiteX0" fmla="*/ 0 w 655796"/>
                  <a:gd name="connsiteY0" fmla="*/ 381190 h 381190"/>
                  <a:gd name="connsiteX1" fmla="*/ 655796 w 655796"/>
                  <a:gd name="connsiteY1" fmla="*/ 0 h 381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55796" h="381190">
                    <a:moveTo>
                      <a:pt x="0" y="381190"/>
                    </a:moveTo>
                    <a:cubicBezTo>
                      <a:pt x="0" y="381190"/>
                      <a:pt x="461105" y="172117"/>
                      <a:pt x="65579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rtl="0"/>
                <a:endParaRPr lang="en-US" noProof="0" dirty="0"/>
              </a:p>
            </p:txBody>
          </p:sp>
          <p:sp>
            <p:nvSpPr>
              <p:cNvPr id="15" name="Freeform: Shape 31">
                <a:extLst>
                  <a:ext uri="{FF2B5EF4-FFF2-40B4-BE49-F238E27FC236}">
                    <a16:creationId xmlns:a16="http://schemas.microsoft.com/office/drawing/2014/main" id="{E28E6EE4-71BD-B4F1-3573-874D81459D29}"/>
                  </a:ext>
                </a:extLst>
              </p:cNvPr>
              <p:cNvSpPr/>
              <p:nvPr/>
            </p:nvSpPr>
            <p:spPr>
              <a:xfrm>
                <a:off x="5154072" y="3867816"/>
                <a:ext cx="2907315" cy="1544764"/>
              </a:xfrm>
              <a:custGeom>
                <a:avLst/>
                <a:gdLst>
                  <a:gd name="connsiteX0" fmla="*/ 0 w 2907315"/>
                  <a:gd name="connsiteY0" fmla="*/ 1544764 h 1544764"/>
                  <a:gd name="connsiteX1" fmla="*/ 201644 w 2907315"/>
                  <a:gd name="connsiteY1" fmla="*/ 1352550 h 1544764"/>
                  <a:gd name="connsiteX2" fmla="*/ 423196 w 2907315"/>
                  <a:gd name="connsiteY2" fmla="*/ 1196054 h 1544764"/>
                  <a:gd name="connsiteX3" fmla="*/ 782193 w 2907315"/>
                  <a:gd name="connsiteY3" fmla="*/ 1099947 h 1544764"/>
                  <a:gd name="connsiteX4" fmla="*/ 1052513 w 2907315"/>
                  <a:gd name="connsiteY4" fmla="*/ 1042321 h 1544764"/>
                  <a:gd name="connsiteX5" fmla="*/ 1311783 w 2907315"/>
                  <a:gd name="connsiteY5" fmla="*/ 1056037 h 1544764"/>
                  <a:gd name="connsiteX6" fmla="*/ 1484662 w 2907315"/>
                  <a:gd name="connsiteY6" fmla="*/ 1083469 h 1544764"/>
                  <a:gd name="connsiteX7" fmla="*/ 1788224 w 2907315"/>
                  <a:gd name="connsiteY7" fmla="*/ 1023080 h 1544764"/>
                  <a:gd name="connsiteX8" fmla="*/ 2269045 w 2907315"/>
                  <a:gd name="connsiteY8" fmla="*/ 734758 h 1544764"/>
                  <a:gd name="connsiteX9" fmla="*/ 2534984 w 2907315"/>
                  <a:gd name="connsiteY9" fmla="*/ 572738 h 1544764"/>
                  <a:gd name="connsiteX10" fmla="*/ 2907316 w 2907315"/>
                  <a:gd name="connsiteY10" fmla="*/ 0 h 154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907315" h="1544764">
                    <a:moveTo>
                      <a:pt x="0" y="1544764"/>
                    </a:moveTo>
                    <a:cubicBezTo>
                      <a:pt x="0" y="1544764"/>
                      <a:pt x="98012" y="1443990"/>
                      <a:pt x="201644" y="1352550"/>
                    </a:cubicBezTo>
                    <a:cubicBezTo>
                      <a:pt x="271272" y="1291209"/>
                      <a:pt x="343662" y="1234249"/>
                      <a:pt x="423196" y="1196054"/>
                    </a:cubicBezTo>
                    <a:cubicBezTo>
                      <a:pt x="537591" y="1141095"/>
                      <a:pt x="661226" y="1127189"/>
                      <a:pt x="782193" y="1099947"/>
                    </a:cubicBezTo>
                    <a:cubicBezTo>
                      <a:pt x="872300" y="1079659"/>
                      <a:pt x="961358" y="1051370"/>
                      <a:pt x="1052513" y="1042321"/>
                    </a:cubicBezTo>
                    <a:cubicBezTo>
                      <a:pt x="1139000" y="1033653"/>
                      <a:pt x="1225868" y="1040321"/>
                      <a:pt x="1311783" y="1056037"/>
                    </a:cubicBezTo>
                    <a:cubicBezTo>
                      <a:pt x="1369314" y="1066609"/>
                      <a:pt x="1426559" y="1079373"/>
                      <a:pt x="1484662" y="1083469"/>
                    </a:cubicBezTo>
                    <a:cubicBezTo>
                      <a:pt x="1587913" y="1090803"/>
                      <a:pt x="1690402" y="1064800"/>
                      <a:pt x="1788224" y="1023080"/>
                    </a:cubicBezTo>
                    <a:cubicBezTo>
                      <a:pt x="1956721" y="951262"/>
                      <a:pt x="2106549" y="825722"/>
                      <a:pt x="2269045" y="734758"/>
                    </a:cubicBezTo>
                    <a:cubicBezTo>
                      <a:pt x="2359438" y="684181"/>
                      <a:pt x="2452497" y="640556"/>
                      <a:pt x="2534984" y="572738"/>
                    </a:cubicBezTo>
                    <a:cubicBezTo>
                      <a:pt x="2673001" y="459391"/>
                      <a:pt x="2847023" y="191453"/>
                      <a:pt x="290731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rtl="0"/>
                <a:endParaRPr lang="en-US" noProof="0" dirty="0"/>
              </a:p>
            </p:txBody>
          </p:sp>
          <p:sp>
            <p:nvSpPr>
              <p:cNvPr id="16" name="Freeform: Shape 32">
                <a:extLst>
                  <a:ext uri="{FF2B5EF4-FFF2-40B4-BE49-F238E27FC236}">
                    <a16:creationId xmlns:a16="http://schemas.microsoft.com/office/drawing/2014/main" id="{2B468A56-8603-6EAF-27BD-FEDFC0343A8F}"/>
                  </a:ext>
                </a:extLst>
              </p:cNvPr>
              <p:cNvSpPr/>
              <p:nvPr/>
            </p:nvSpPr>
            <p:spPr>
              <a:xfrm>
                <a:off x="4907946" y="3479100"/>
                <a:ext cx="3168300" cy="1952434"/>
              </a:xfrm>
              <a:custGeom>
                <a:avLst/>
                <a:gdLst>
                  <a:gd name="connsiteX0" fmla="*/ 0 w 3168300"/>
                  <a:gd name="connsiteY0" fmla="*/ 1952435 h 1952434"/>
                  <a:gd name="connsiteX1" fmla="*/ 202121 w 3168300"/>
                  <a:gd name="connsiteY1" fmla="*/ 1687068 h 1952434"/>
                  <a:gd name="connsiteX2" fmla="*/ 545116 w 3168300"/>
                  <a:gd name="connsiteY2" fmla="*/ 1450277 h 1952434"/>
                  <a:gd name="connsiteX3" fmla="*/ 906780 w 3168300"/>
                  <a:gd name="connsiteY3" fmla="*/ 1354455 h 1952434"/>
                  <a:gd name="connsiteX4" fmla="*/ 1332262 w 3168300"/>
                  <a:gd name="connsiteY4" fmla="*/ 1285304 h 1952434"/>
                  <a:gd name="connsiteX5" fmla="*/ 1691259 w 3168300"/>
                  <a:gd name="connsiteY5" fmla="*/ 1240060 h 1952434"/>
                  <a:gd name="connsiteX6" fmla="*/ 2010346 w 3168300"/>
                  <a:gd name="connsiteY6" fmla="*/ 1141667 h 1952434"/>
                  <a:gd name="connsiteX7" fmla="*/ 2393252 w 3168300"/>
                  <a:gd name="connsiteY7" fmla="*/ 1027271 h 1952434"/>
                  <a:gd name="connsiteX8" fmla="*/ 2582037 w 3168300"/>
                  <a:gd name="connsiteY8" fmla="*/ 958120 h 1952434"/>
                  <a:gd name="connsiteX9" fmla="*/ 2760155 w 3168300"/>
                  <a:gd name="connsiteY9" fmla="*/ 827723 h 1952434"/>
                  <a:gd name="connsiteX10" fmla="*/ 2914364 w 3168300"/>
                  <a:gd name="connsiteY10" fmla="*/ 567023 h 1952434"/>
                  <a:gd name="connsiteX11" fmla="*/ 3168301 w 3168300"/>
                  <a:gd name="connsiteY11" fmla="*/ 0 h 1952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168300" h="1952434">
                    <a:moveTo>
                      <a:pt x="0" y="1952435"/>
                    </a:moveTo>
                    <a:cubicBezTo>
                      <a:pt x="0" y="1952435"/>
                      <a:pt x="91059" y="1796415"/>
                      <a:pt x="202121" y="1687068"/>
                    </a:cubicBezTo>
                    <a:cubicBezTo>
                      <a:pt x="301943" y="1588675"/>
                      <a:pt x="416528" y="1505617"/>
                      <a:pt x="545116" y="1450277"/>
                    </a:cubicBezTo>
                    <a:cubicBezTo>
                      <a:pt x="659987" y="1400747"/>
                      <a:pt x="783622" y="1377601"/>
                      <a:pt x="906780" y="1354455"/>
                    </a:cubicBezTo>
                    <a:cubicBezTo>
                      <a:pt x="1048036" y="1327976"/>
                      <a:pt x="1189482" y="1301972"/>
                      <a:pt x="1332262" y="1285304"/>
                    </a:cubicBezTo>
                    <a:cubicBezTo>
                      <a:pt x="1452182" y="1271302"/>
                      <a:pt x="1573340" y="1265873"/>
                      <a:pt x="1691259" y="1240060"/>
                    </a:cubicBezTo>
                    <a:cubicBezTo>
                      <a:pt x="1800035" y="1216247"/>
                      <a:pt x="1904619" y="1176718"/>
                      <a:pt x="2010346" y="1141667"/>
                    </a:cubicBezTo>
                    <a:cubicBezTo>
                      <a:pt x="2136743" y="1099661"/>
                      <a:pt x="2265902" y="1066229"/>
                      <a:pt x="2393252" y="1027271"/>
                    </a:cubicBezTo>
                    <a:cubicBezTo>
                      <a:pt x="2457450" y="1007650"/>
                      <a:pt x="2521744" y="987552"/>
                      <a:pt x="2582037" y="958120"/>
                    </a:cubicBezTo>
                    <a:cubicBezTo>
                      <a:pt x="2648807" y="925449"/>
                      <a:pt x="2710815" y="883349"/>
                      <a:pt x="2760155" y="827723"/>
                    </a:cubicBezTo>
                    <a:cubicBezTo>
                      <a:pt x="2827496" y="751904"/>
                      <a:pt x="2867978" y="657511"/>
                      <a:pt x="2914364" y="567023"/>
                    </a:cubicBezTo>
                    <a:cubicBezTo>
                      <a:pt x="2972753" y="453200"/>
                      <a:pt x="3119152" y="118015"/>
                      <a:pt x="316830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rtl="0"/>
                <a:endParaRPr lang="en-US" noProof="0" dirty="0"/>
              </a:p>
            </p:txBody>
          </p:sp>
          <p:sp>
            <p:nvSpPr>
              <p:cNvPr id="17" name="Freeform: Shape 36">
                <a:extLst>
                  <a:ext uri="{FF2B5EF4-FFF2-40B4-BE49-F238E27FC236}">
                    <a16:creationId xmlns:a16="http://schemas.microsoft.com/office/drawing/2014/main" id="{5DA205BC-40D5-E366-BFD0-0B79F340B66C}"/>
                  </a:ext>
                </a:extLst>
              </p:cNvPr>
              <p:cNvSpPr/>
              <p:nvPr/>
            </p:nvSpPr>
            <p:spPr>
              <a:xfrm>
                <a:off x="4704778" y="2976752"/>
                <a:ext cx="3356800" cy="2452020"/>
              </a:xfrm>
              <a:custGeom>
                <a:avLst/>
                <a:gdLst>
                  <a:gd name="connsiteX0" fmla="*/ 0 w 3356800"/>
                  <a:gd name="connsiteY0" fmla="*/ 2452021 h 2452020"/>
                  <a:gd name="connsiteX1" fmla="*/ 130874 w 3356800"/>
                  <a:gd name="connsiteY1" fmla="*/ 2247710 h 2452020"/>
                  <a:gd name="connsiteX2" fmla="*/ 437197 w 3356800"/>
                  <a:gd name="connsiteY2" fmla="*/ 1941195 h 2452020"/>
                  <a:gd name="connsiteX3" fmla="*/ 737140 w 3356800"/>
                  <a:gd name="connsiteY3" fmla="*/ 1736884 h 2452020"/>
                  <a:gd name="connsiteX4" fmla="*/ 1031843 w 3356800"/>
                  <a:gd name="connsiteY4" fmla="*/ 1685068 h 2452020"/>
                  <a:gd name="connsiteX5" fmla="*/ 1287304 w 3356800"/>
                  <a:gd name="connsiteY5" fmla="*/ 1655826 h 2452020"/>
                  <a:gd name="connsiteX6" fmla="*/ 1471994 w 3356800"/>
                  <a:gd name="connsiteY6" fmla="*/ 1634300 h 2452020"/>
                  <a:gd name="connsiteX7" fmla="*/ 1898237 w 3356800"/>
                  <a:gd name="connsiteY7" fmla="*/ 1512665 h 2452020"/>
                  <a:gd name="connsiteX8" fmla="*/ 2229136 w 3356800"/>
                  <a:gd name="connsiteY8" fmla="*/ 1355598 h 2452020"/>
                  <a:gd name="connsiteX9" fmla="*/ 2512314 w 3356800"/>
                  <a:gd name="connsiteY9" fmla="*/ 1238631 h 2452020"/>
                  <a:gd name="connsiteX10" fmla="*/ 2758535 w 3356800"/>
                  <a:gd name="connsiteY10" fmla="*/ 1096994 h 2452020"/>
                  <a:gd name="connsiteX11" fmla="*/ 2935510 w 3356800"/>
                  <a:gd name="connsiteY11" fmla="*/ 919925 h 2452020"/>
                  <a:gd name="connsiteX12" fmla="*/ 3081719 w 3356800"/>
                  <a:gd name="connsiteY12" fmla="*/ 687419 h 2452020"/>
                  <a:gd name="connsiteX13" fmla="*/ 3356800 w 3356800"/>
                  <a:gd name="connsiteY13" fmla="*/ 0 h 24520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356800" h="2452020">
                    <a:moveTo>
                      <a:pt x="0" y="2452021"/>
                    </a:moveTo>
                    <a:cubicBezTo>
                      <a:pt x="0" y="2452021"/>
                      <a:pt x="57150" y="2344198"/>
                      <a:pt x="130874" y="2247710"/>
                    </a:cubicBezTo>
                    <a:cubicBezTo>
                      <a:pt x="218694" y="2132648"/>
                      <a:pt x="328136" y="2036635"/>
                      <a:pt x="437197" y="1941195"/>
                    </a:cubicBezTo>
                    <a:cubicBezTo>
                      <a:pt x="529304" y="1860709"/>
                      <a:pt x="623030" y="1779556"/>
                      <a:pt x="737140" y="1736884"/>
                    </a:cubicBezTo>
                    <a:cubicBezTo>
                      <a:pt x="830866" y="1701736"/>
                      <a:pt x="932021" y="1695450"/>
                      <a:pt x="1031843" y="1685068"/>
                    </a:cubicBezTo>
                    <a:cubicBezTo>
                      <a:pt x="1117092" y="1676210"/>
                      <a:pt x="1202055" y="1665160"/>
                      <a:pt x="1287304" y="1655826"/>
                    </a:cubicBezTo>
                    <a:cubicBezTo>
                      <a:pt x="1348931" y="1649063"/>
                      <a:pt x="1410653" y="1643539"/>
                      <a:pt x="1471994" y="1634300"/>
                    </a:cubicBezTo>
                    <a:cubicBezTo>
                      <a:pt x="1618679" y="1612011"/>
                      <a:pt x="1761935" y="1571149"/>
                      <a:pt x="1898237" y="1512665"/>
                    </a:cubicBezTo>
                    <a:cubicBezTo>
                      <a:pt x="2010442" y="1464564"/>
                      <a:pt x="2117503" y="1405128"/>
                      <a:pt x="2229136" y="1355598"/>
                    </a:cubicBezTo>
                    <a:cubicBezTo>
                      <a:pt x="2322481" y="1314164"/>
                      <a:pt x="2418969" y="1280160"/>
                      <a:pt x="2512314" y="1238631"/>
                    </a:cubicBezTo>
                    <a:cubicBezTo>
                      <a:pt x="2599087" y="1199960"/>
                      <a:pt x="2683193" y="1154811"/>
                      <a:pt x="2758535" y="1096994"/>
                    </a:cubicBezTo>
                    <a:cubicBezTo>
                      <a:pt x="2825020" y="1046035"/>
                      <a:pt x="2883789" y="985837"/>
                      <a:pt x="2935510" y="919925"/>
                    </a:cubicBezTo>
                    <a:cubicBezTo>
                      <a:pt x="2992184" y="847725"/>
                      <a:pt x="3039904" y="769144"/>
                      <a:pt x="3081719" y="687419"/>
                    </a:cubicBezTo>
                    <a:cubicBezTo>
                      <a:pt x="3138297" y="576739"/>
                      <a:pt x="3314129" y="116776"/>
                      <a:pt x="335680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rtl="0"/>
                <a:endParaRPr lang="en-US" noProof="0" dirty="0"/>
              </a:p>
            </p:txBody>
          </p:sp>
        </p:grpSp>
        <p:sp>
          <p:nvSpPr>
            <p:cNvPr id="10" name="Freeform: Shape 23">
              <a:extLst>
                <a:ext uri="{FF2B5EF4-FFF2-40B4-BE49-F238E27FC236}">
                  <a16:creationId xmlns:a16="http://schemas.microsoft.com/office/drawing/2014/main" id="{2BEE78C5-0ADB-2DA5-F70E-5D73E2826F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980400" y="5197178"/>
              <a:ext cx="4211600" cy="1660822"/>
            </a:xfrm>
            <a:custGeom>
              <a:avLst/>
              <a:gdLst>
                <a:gd name="connsiteX0" fmla="*/ 4211600 w 4211600"/>
                <a:gd name="connsiteY0" fmla="*/ 0 h 1660822"/>
                <a:gd name="connsiteX1" fmla="*/ 4211600 w 4211600"/>
                <a:gd name="connsiteY1" fmla="*/ 58430 h 1660822"/>
                <a:gd name="connsiteX2" fmla="*/ 4136524 w 4211600"/>
                <a:gd name="connsiteY2" fmla="*/ 208808 h 1660822"/>
                <a:gd name="connsiteX3" fmla="*/ 3973354 w 4211600"/>
                <a:gd name="connsiteY3" fmla="*/ 437313 h 1660822"/>
                <a:gd name="connsiteX4" fmla="*/ 3884746 w 4211600"/>
                <a:gd name="connsiteY4" fmla="*/ 553613 h 1660822"/>
                <a:gd name="connsiteX5" fmla="*/ 3849435 w 4211600"/>
                <a:gd name="connsiteY5" fmla="*/ 603143 h 1660822"/>
                <a:gd name="connsiteX6" fmla="*/ 3661849 w 4211600"/>
                <a:gd name="connsiteY6" fmla="*/ 819075 h 1660822"/>
                <a:gd name="connsiteX7" fmla="*/ 3402589 w 4211600"/>
                <a:gd name="connsiteY7" fmla="*/ 952996 h 1660822"/>
                <a:gd name="connsiteX8" fmla="*/ 3130202 w 4211600"/>
                <a:gd name="connsiteY8" fmla="*/ 1023386 h 1660822"/>
                <a:gd name="connsiteX9" fmla="*/ 2914657 w 4211600"/>
                <a:gd name="connsiteY9" fmla="*/ 1068058 h 1660822"/>
                <a:gd name="connsiteX10" fmla="*/ 2582149 w 4211600"/>
                <a:gd name="connsiteY10" fmla="*/ 1138924 h 1660822"/>
                <a:gd name="connsiteX11" fmla="*/ 2483958 w 4211600"/>
                <a:gd name="connsiteY11" fmla="*/ 1162356 h 1660822"/>
                <a:gd name="connsiteX12" fmla="*/ 2123750 w 4211600"/>
                <a:gd name="connsiteY12" fmla="*/ 1238651 h 1660822"/>
                <a:gd name="connsiteX13" fmla="*/ 1761444 w 4211600"/>
                <a:gd name="connsiteY13" fmla="*/ 1273417 h 1660822"/>
                <a:gd name="connsiteX14" fmla="*/ 1608382 w 4211600"/>
                <a:gd name="connsiteY14" fmla="*/ 1284466 h 1660822"/>
                <a:gd name="connsiteX15" fmla="*/ 999942 w 4211600"/>
                <a:gd name="connsiteY15" fmla="*/ 1354284 h 1660822"/>
                <a:gd name="connsiteX16" fmla="*/ 484705 w 4211600"/>
                <a:gd name="connsiteY16" fmla="*/ 1450487 h 1660822"/>
                <a:gd name="connsiteX17" fmla="*/ 113310 w 4211600"/>
                <a:gd name="connsiteY17" fmla="*/ 1613700 h 1660822"/>
                <a:gd name="connsiteX18" fmla="*/ 39668 w 4211600"/>
                <a:gd name="connsiteY18" fmla="*/ 1660822 h 1660822"/>
                <a:gd name="connsiteX19" fmla="*/ 0 w 4211600"/>
                <a:gd name="connsiteY19" fmla="*/ 1660822 h 1660822"/>
                <a:gd name="connsiteX20" fmla="*/ 96701 w 4211600"/>
                <a:gd name="connsiteY20" fmla="*/ 1598934 h 1660822"/>
                <a:gd name="connsiteX21" fmla="*/ 474335 w 4211600"/>
                <a:gd name="connsiteY21" fmla="*/ 1433056 h 1660822"/>
                <a:gd name="connsiteX22" fmla="*/ 994299 w 4211600"/>
                <a:gd name="connsiteY22" fmla="*/ 1335806 h 1660822"/>
                <a:gd name="connsiteX23" fmla="*/ 1605231 w 4211600"/>
                <a:gd name="connsiteY23" fmla="*/ 1265702 h 1660822"/>
                <a:gd name="connsiteX24" fmla="*/ 1758819 w 4211600"/>
                <a:gd name="connsiteY24" fmla="*/ 1254558 h 1660822"/>
                <a:gd name="connsiteX25" fmla="*/ 2118106 w 4211600"/>
                <a:gd name="connsiteY25" fmla="*/ 1220077 h 1660822"/>
                <a:gd name="connsiteX26" fmla="*/ 2475557 w 4211600"/>
                <a:gd name="connsiteY26" fmla="*/ 1144353 h 1660822"/>
                <a:gd name="connsiteX27" fmla="*/ 2573878 w 4211600"/>
                <a:gd name="connsiteY27" fmla="*/ 1120827 h 1660822"/>
                <a:gd name="connsiteX28" fmla="*/ 2907437 w 4211600"/>
                <a:gd name="connsiteY28" fmla="*/ 1049675 h 1660822"/>
                <a:gd name="connsiteX29" fmla="*/ 3122589 w 4211600"/>
                <a:gd name="connsiteY29" fmla="*/ 1005098 h 1660822"/>
                <a:gd name="connsiteX30" fmla="*/ 3391169 w 4211600"/>
                <a:gd name="connsiteY30" fmla="*/ 935756 h 1660822"/>
                <a:gd name="connsiteX31" fmla="*/ 3642290 w 4211600"/>
                <a:gd name="connsiteY31" fmla="*/ 806216 h 1660822"/>
                <a:gd name="connsiteX32" fmla="*/ 3825937 w 4211600"/>
                <a:gd name="connsiteY32" fmla="*/ 594475 h 1660822"/>
                <a:gd name="connsiteX33" fmla="*/ 3861381 w 4211600"/>
                <a:gd name="connsiteY33" fmla="*/ 544755 h 1660822"/>
                <a:gd name="connsiteX34" fmla="*/ 3950381 w 4211600"/>
                <a:gd name="connsiteY34" fmla="*/ 427978 h 1660822"/>
                <a:gd name="connsiteX35" fmla="*/ 4112370 w 4211600"/>
                <a:gd name="connsiteY35" fmla="*/ 201378 h 1660822"/>
                <a:gd name="connsiteX36" fmla="*/ 4195989 w 4211600"/>
                <a:gd name="connsiteY36" fmla="*/ 33834 h 1660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4211600" h="1660822">
                  <a:moveTo>
                    <a:pt x="4211600" y="0"/>
                  </a:moveTo>
                  <a:lnTo>
                    <a:pt x="4211600" y="58430"/>
                  </a:lnTo>
                  <a:lnTo>
                    <a:pt x="4136524" y="208808"/>
                  </a:lnTo>
                  <a:cubicBezTo>
                    <a:pt x="4089791" y="287770"/>
                    <a:pt x="4030588" y="363780"/>
                    <a:pt x="3973354" y="437313"/>
                  </a:cubicBezTo>
                  <a:cubicBezTo>
                    <a:pt x="3943819" y="475222"/>
                    <a:pt x="3913231" y="514465"/>
                    <a:pt x="3884746" y="553613"/>
                  </a:cubicBezTo>
                  <a:cubicBezTo>
                    <a:pt x="3872801" y="569996"/>
                    <a:pt x="3861119" y="586569"/>
                    <a:pt x="3849435" y="603143"/>
                  </a:cubicBezTo>
                  <a:cubicBezTo>
                    <a:pt x="3796665" y="678009"/>
                    <a:pt x="3742187" y="755352"/>
                    <a:pt x="3661849" y="819075"/>
                  </a:cubicBezTo>
                  <a:cubicBezTo>
                    <a:pt x="3596214" y="871176"/>
                    <a:pt x="3509050" y="916230"/>
                    <a:pt x="3402589" y="952996"/>
                  </a:cubicBezTo>
                  <a:cubicBezTo>
                    <a:pt x="3312406" y="984048"/>
                    <a:pt x="3215660" y="1005003"/>
                    <a:pt x="3130202" y="1023386"/>
                  </a:cubicBezTo>
                  <a:cubicBezTo>
                    <a:pt x="3058529" y="1038816"/>
                    <a:pt x="2985412" y="1053675"/>
                    <a:pt x="2914657" y="1068058"/>
                  </a:cubicBezTo>
                  <a:cubicBezTo>
                    <a:pt x="2805176" y="1090251"/>
                    <a:pt x="2692021" y="1113207"/>
                    <a:pt x="2582149" y="1138924"/>
                  </a:cubicBezTo>
                  <a:cubicBezTo>
                    <a:pt x="2549330" y="1146639"/>
                    <a:pt x="2516644" y="1154450"/>
                    <a:pt x="2483958" y="1162356"/>
                  </a:cubicBezTo>
                  <a:cubicBezTo>
                    <a:pt x="2367257" y="1190550"/>
                    <a:pt x="2246621" y="1219601"/>
                    <a:pt x="2123750" y="1238651"/>
                  </a:cubicBezTo>
                  <a:cubicBezTo>
                    <a:pt x="2004294" y="1257129"/>
                    <a:pt x="1880769" y="1265416"/>
                    <a:pt x="1761444" y="1273417"/>
                  </a:cubicBezTo>
                  <a:cubicBezTo>
                    <a:pt x="1711167" y="1276751"/>
                    <a:pt x="1659184" y="1280275"/>
                    <a:pt x="1608382" y="1284466"/>
                  </a:cubicBezTo>
                  <a:cubicBezTo>
                    <a:pt x="1408589" y="1300944"/>
                    <a:pt x="1214570" y="1325805"/>
                    <a:pt x="999942" y="1354284"/>
                  </a:cubicBezTo>
                  <a:cubicBezTo>
                    <a:pt x="826403" y="1377240"/>
                    <a:pt x="647744" y="1400957"/>
                    <a:pt x="484705" y="1450487"/>
                  </a:cubicBezTo>
                  <a:cubicBezTo>
                    <a:pt x="355831" y="1489635"/>
                    <a:pt x="231387" y="1544374"/>
                    <a:pt x="113310" y="1613700"/>
                  </a:cubicBezTo>
                  <a:lnTo>
                    <a:pt x="39668" y="1660822"/>
                  </a:lnTo>
                  <a:lnTo>
                    <a:pt x="0" y="1660822"/>
                  </a:lnTo>
                  <a:lnTo>
                    <a:pt x="96701" y="1598934"/>
                  </a:lnTo>
                  <a:cubicBezTo>
                    <a:pt x="216635" y="1528533"/>
                    <a:pt x="343196" y="1472919"/>
                    <a:pt x="474335" y="1433056"/>
                  </a:cubicBezTo>
                  <a:cubicBezTo>
                    <a:pt x="639999" y="1382669"/>
                    <a:pt x="820102" y="1358856"/>
                    <a:pt x="994299" y="1335806"/>
                  </a:cubicBezTo>
                  <a:cubicBezTo>
                    <a:pt x="1210239" y="1307231"/>
                    <a:pt x="1404650" y="1282275"/>
                    <a:pt x="1605231" y="1265702"/>
                  </a:cubicBezTo>
                  <a:cubicBezTo>
                    <a:pt x="1656428" y="1261511"/>
                    <a:pt x="1708411" y="1257987"/>
                    <a:pt x="1758819" y="1254558"/>
                  </a:cubicBezTo>
                  <a:cubicBezTo>
                    <a:pt x="1877487" y="1246557"/>
                    <a:pt x="2000094" y="1238365"/>
                    <a:pt x="2118106" y="1220077"/>
                  </a:cubicBezTo>
                  <a:cubicBezTo>
                    <a:pt x="2239531" y="1201313"/>
                    <a:pt x="2359513" y="1172357"/>
                    <a:pt x="2475557" y="1144353"/>
                  </a:cubicBezTo>
                  <a:cubicBezTo>
                    <a:pt x="2508243" y="1136448"/>
                    <a:pt x="2541060" y="1128542"/>
                    <a:pt x="2573878" y="1120827"/>
                  </a:cubicBezTo>
                  <a:cubicBezTo>
                    <a:pt x="2684276" y="1094919"/>
                    <a:pt x="2797694" y="1071963"/>
                    <a:pt x="2907437" y="1049675"/>
                  </a:cubicBezTo>
                  <a:cubicBezTo>
                    <a:pt x="2978061" y="1035387"/>
                    <a:pt x="3051178" y="1020528"/>
                    <a:pt x="3122589" y="1005098"/>
                  </a:cubicBezTo>
                  <a:cubicBezTo>
                    <a:pt x="3206997" y="986810"/>
                    <a:pt x="3302823" y="966141"/>
                    <a:pt x="3391169" y="935756"/>
                  </a:cubicBezTo>
                  <a:cubicBezTo>
                    <a:pt x="3494479" y="900132"/>
                    <a:pt x="3578886" y="856508"/>
                    <a:pt x="3642290" y="806216"/>
                  </a:cubicBezTo>
                  <a:cubicBezTo>
                    <a:pt x="3720133" y="744303"/>
                    <a:pt x="3773953" y="668103"/>
                    <a:pt x="3825937" y="594475"/>
                  </a:cubicBezTo>
                  <a:cubicBezTo>
                    <a:pt x="3837621" y="577902"/>
                    <a:pt x="3849435" y="561233"/>
                    <a:pt x="3861381" y="544755"/>
                  </a:cubicBezTo>
                  <a:cubicBezTo>
                    <a:pt x="3889997" y="505416"/>
                    <a:pt x="3920715" y="465983"/>
                    <a:pt x="3950381" y="427978"/>
                  </a:cubicBezTo>
                  <a:cubicBezTo>
                    <a:pt x="4007353" y="354921"/>
                    <a:pt x="4066163" y="279388"/>
                    <a:pt x="4112370" y="201378"/>
                  </a:cubicBezTo>
                  <a:cubicBezTo>
                    <a:pt x="4144662" y="146800"/>
                    <a:pt x="4170785" y="89364"/>
                    <a:pt x="4195989" y="3383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rtl="0"/>
              <a:endParaRPr lang="en-US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610170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F7D74-558F-4816-9367-4004FFA2B6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14400"/>
            <a:ext cx="3108960" cy="2194560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69ADF-8CD9-4E77-BB8D-70D8824C5A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8640" y="3429000"/>
            <a:ext cx="3108960" cy="3017520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5F077D-E901-4AA9-B062-1C37FF407B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468112" y="630936"/>
            <a:ext cx="5705856" cy="5843016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0888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pict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Top Right">
            <a:extLst>
              <a:ext uri="{FF2B5EF4-FFF2-40B4-BE49-F238E27FC236}">
                <a16:creationId xmlns:a16="http://schemas.microsoft.com/office/drawing/2014/main" id="{E97F5289-BEE7-79B5-BB8E-94638A05B9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>
            <a:off x="10129627" y="2702248"/>
            <a:ext cx="2062373" cy="4155752"/>
            <a:chOff x="10849" y="15178"/>
            <a:chExt cx="2198951" cy="3331254"/>
          </a:xfrm>
        </p:grpSpPr>
        <p:sp>
          <p:nvSpPr>
            <p:cNvPr id="5" name="Freeform: Shape 10">
              <a:extLst>
                <a:ext uri="{FF2B5EF4-FFF2-40B4-BE49-F238E27FC236}">
                  <a16:creationId xmlns:a16="http://schemas.microsoft.com/office/drawing/2014/main" id="{444EE97B-10EF-6A90-36F9-546218041763}"/>
                </a:ext>
              </a:extLst>
            </p:cNvPr>
            <p:cNvSpPr/>
            <p:nvPr/>
          </p:nvSpPr>
          <p:spPr>
            <a:xfrm>
              <a:off x="19394" y="15241"/>
              <a:ext cx="2190406" cy="3331191"/>
            </a:xfrm>
            <a:custGeom>
              <a:avLst/>
              <a:gdLst>
                <a:gd name="connsiteX0" fmla="*/ 0 w 3296088"/>
                <a:gd name="connsiteY0" fmla="*/ 5012722 h 5012722"/>
                <a:gd name="connsiteX1" fmla="*/ 244031 w 3296088"/>
                <a:gd name="connsiteY1" fmla="*/ 4820222 h 5012722"/>
                <a:gd name="connsiteX2" fmla="*/ 729234 w 3296088"/>
                <a:gd name="connsiteY2" fmla="*/ 4360641 h 5012722"/>
                <a:gd name="connsiteX3" fmla="*/ 881444 w 3296088"/>
                <a:gd name="connsiteY3" fmla="*/ 4173950 h 5012722"/>
                <a:gd name="connsiteX4" fmla="*/ 1151287 w 3296088"/>
                <a:gd name="connsiteY4" fmla="*/ 3972877 h 5012722"/>
                <a:gd name="connsiteX5" fmla="*/ 1498664 w 3296088"/>
                <a:gd name="connsiteY5" fmla="*/ 3786188 h 5012722"/>
                <a:gd name="connsiteX6" fmla="*/ 1716881 w 3296088"/>
                <a:gd name="connsiteY6" fmla="*/ 3674174 h 5012722"/>
                <a:gd name="connsiteX7" fmla="*/ 1913573 w 3296088"/>
                <a:gd name="connsiteY7" fmla="*/ 3477387 h 5012722"/>
                <a:gd name="connsiteX8" fmla="*/ 2167700 w 3296088"/>
                <a:gd name="connsiteY8" fmla="*/ 3042190 h 5012722"/>
                <a:gd name="connsiteX9" fmla="*/ 2273903 w 3296088"/>
                <a:gd name="connsiteY9" fmla="*/ 2775014 h 5012722"/>
                <a:gd name="connsiteX10" fmla="*/ 2463356 w 3296088"/>
                <a:gd name="connsiteY10" fmla="*/ 2335530 h 5012722"/>
                <a:gd name="connsiteX11" fmla="*/ 2741866 w 3296088"/>
                <a:gd name="connsiteY11" fmla="*/ 1982248 h 5012722"/>
                <a:gd name="connsiteX12" fmla="*/ 2985897 w 3296088"/>
                <a:gd name="connsiteY12" fmla="*/ 1634681 h 5012722"/>
                <a:gd name="connsiteX13" fmla="*/ 3212687 w 3296088"/>
                <a:gd name="connsiteY13" fmla="*/ 1226820 h 5012722"/>
                <a:gd name="connsiteX14" fmla="*/ 3281553 w 3296088"/>
                <a:gd name="connsiteY14" fmla="*/ 959644 h 5012722"/>
                <a:gd name="connsiteX15" fmla="*/ 3295936 w 3296088"/>
                <a:gd name="connsiteY15" fmla="*/ 701135 h 5012722"/>
                <a:gd name="connsiteX16" fmla="*/ 3267266 w 3296088"/>
                <a:gd name="connsiteY16" fmla="*/ 436817 h 5012722"/>
                <a:gd name="connsiteX17" fmla="*/ 3105341 w 3296088"/>
                <a:gd name="connsiteY17" fmla="*/ 0 h 5012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6088" h="5012722">
                  <a:moveTo>
                    <a:pt x="0" y="5012722"/>
                  </a:moveTo>
                  <a:cubicBezTo>
                    <a:pt x="81820" y="4949095"/>
                    <a:pt x="163544" y="4885468"/>
                    <a:pt x="244031" y="4820222"/>
                  </a:cubicBezTo>
                  <a:cubicBezTo>
                    <a:pt x="417671" y="4679633"/>
                    <a:pt x="589883" y="4535139"/>
                    <a:pt x="729234" y="4360641"/>
                  </a:cubicBezTo>
                  <a:cubicBezTo>
                    <a:pt x="779431" y="4297776"/>
                    <a:pt x="825818" y="4231958"/>
                    <a:pt x="881444" y="4173950"/>
                  </a:cubicBezTo>
                  <a:cubicBezTo>
                    <a:pt x="959358" y="4092607"/>
                    <a:pt x="1054799" y="4031075"/>
                    <a:pt x="1151287" y="3972877"/>
                  </a:cubicBezTo>
                  <a:cubicBezTo>
                    <a:pt x="1263968" y="3904964"/>
                    <a:pt x="1379315" y="3841337"/>
                    <a:pt x="1498664" y="3786188"/>
                  </a:cubicBezTo>
                  <a:cubicBezTo>
                    <a:pt x="1573149" y="3751802"/>
                    <a:pt x="1649159" y="3720179"/>
                    <a:pt x="1716881" y="3674174"/>
                  </a:cubicBezTo>
                  <a:cubicBezTo>
                    <a:pt x="1794034" y="3621691"/>
                    <a:pt x="1856708" y="3551492"/>
                    <a:pt x="1913573" y="3477387"/>
                  </a:cubicBezTo>
                  <a:cubicBezTo>
                    <a:pt x="2016157" y="3343751"/>
                    <a:pt x="2099024" y="3196114"/>
                    <a:pt x="2167700" y="3042190"/>
                  </a:cubicBezTo>
                  <a:cubicBezTo>
                    <a:pt x="2206752" y="2954655"/>
                    <a:pt x="2241233" y="2865215"/>
                    <a:pt x="2273903" y="2775014"/>
                  </a:cubicBezTo>
                  <a:cubicBezTo>
                    <a:pt x="2328482" y="2624423"/>
                    <a:pt x="2379440" y="2471642"/>
                    <a:pt x="2463356" y="2335530"/>
                  </a:cubicBezTo>
                  <a:cubicBezTo>
                    <a:pt x="2542127" y="2207705"/>
                    <a:pt x="2647855" y="2099501"/>
                    <a:pt x="2741866" y="1982248"/>
                  </a:cubicBezTo>
                  <a:cubicBezTo>
                    <a:pt x="2830449" y="1871758"/>
                    <a:pt x="2908554" y="1753362"/>
                    <a:pt x="2985897" y="1634681"/>
                  </a:cubicBezTo>
                  <a:cubicBezTo>
                    <a:pt x="3071146" y="1503902"/>
                    <a:pt x="3156395" y="1372172"/>
                    <a:pt x="3212687" y="1226820"/>
                  </a:cubicBezTo>
                  <a:cubicBezTo>
                    <a:pt x="3246025" y="1140809"/>
                    <a:pt x="3268790" y="1051084"/>
                    <a:pt x="3281553" y="959644"/>
                  </a:cubicBezTo>
                  <a:cubicBezTo>
                    <a:pt x="3293555" y="874014"/>
                    <a:pt x="3296888" y="787527"/>
                    <a:pt x="3295936" y="701135"/>
                  </a:cubicBezTo>
                  <a:cubicBezTo>
                    <a:pt x="3294888" y="612172"/>
                    <a:pt x="3289268" y="523018"/>
                    <a:pt x="3267266" y="436817"/>
                  </a:cubicBezTo>
                  <a:cubicBezTo>
                    <a:pt x="3227832" y="282416"/>
                    <a:pt x="3105341" y="0"/>
                    <a:pt x="310534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pPr rtl="0"/>
              <a:endParaRPr lang="en-US" dirty="0"/>
            </a:p>
          </p:txBody>
        </p:sp>
        <p:sp>
          <p:nvSpPr>
            <p:cNvPr id="6" name="Freeform: Shape 11">
              <a:extLst>
                <a:ext uri="{FF2B5EF4-FFF2-40B4-BE49-F238E27FC236}">
                  <a16:creationId xmlns:a16="http://schemas.microsoft.com/office/drawing/2014/main" id="{DB37572F-3CF3-5EB8-2A9C-423F91615517}"/>
                </a:ext>
              </a:extLst>
            </p:cNvPr>
            <p:cNvSpPr/>
            <p:nvPr/>
          </p:nvSpPr>
          <p:spPr>
            <a:xfrm>
              <a:off x="10849" y="15178"/>
              <a:ext cx="1978674" cy="3074959"/>
            </a:xfrm>
            <a:custGeom>
              <a:avLst/>
              <a:gdLst>
                <a:gd name="connsiteX0" fmla="*/ 0 w 2977477"/>
                <a:gd name="connsiteY0" fmla="*/ 4627150 h 4627149"/>
                <a:gd name="connsiteX1" fmla="*/ 275082 w 2977477"/>
                <a:gd name="connsiteY1" fmla="*/ 4341590 h 4627149"/>
                <a:gd name="connsiteX2" fmla="*/ 502825 w 2977477"/>
                <a:gd name="connsiteY2" fmla="*/ 4054126 h 4627149"/>
                <a:gd name="connsiteX3" fmla="*/ 666179 w 2977477"/>
                <a:gd name="connsiteY3" fmla="*/ 3890677 h 4627149"/>
                <a:gd name="connsiteX4" fmla="*/ 864203 w 2977477"/>
                <a:gd name="connsiteY4" fmla="*/ 3675983 h 4627149"/>
                <a:gd name="connsiteX5" fmla="*/ 982599 w 2977477"/>
                <a:gd name="connsiteY5" fmla="*/ 3557492 h 4627149"/>
                <a:gd name="connsiteX6" fmla="*/ 1188244 w 2977477"/>
                <a:gd name="connsiteY6" fmla="*/ 3329654 h 4627149"/>
                <a:gd name="connsiteX7" fmla="*/ 1344740 w 2977477"/>
                <a:gd name="connsiteY7" fmla="*/ 3146774 h 4627149"/>
                <a:gd name="connsiteX8" fmla="*/ 1470755 w 2977477"/>
                <a:gd name="connsiteY8" fmla="*/ 2984659 h 4627149"/>
                <a:gd name="connsiteX9" fmla="*/ 1657636 w 2977477"/>
                <a:gd name="connsiteY9" fmla="*/ 2670239 h 4627149"/>
                <a:gd name="connsiteX10" fmla="*/ 1762887 w 2977477"/>
                <a:gd name="connsiteY10" fmla="*/ 2473547 h 4627149"/>
                <a:gd name="connsiteX11" fmla="*/ 1866710 w 2977477"/>
                <a:gd name="connsiteY11" fmla="*/ 2290667 h 4627149"/>
                <a:gd name="connsiteX12" fmla="*/ 2106263 w 2977477"/>
                <a:gd name="connsiteY12" fmla="*/ 2030254 h 4627149"/>
                <a:gd name="connsiteX13" fmla="*/ 2277237 w 2977477"/>
                <a:gd name="connsiteY13" fmla="*/ 1859185 h 4627149"/>
                <a:gd name="connsiteX14" fmla="*/ 2499455 w 2977477"/>
                <a:gd name="connsiteY14" fmla="*/ 1656207 h 4627149"/>
                <a:gd name="connsiteX15" fmla="*/ 2707100 w 2977477"/>
                <a:gd name="connsiteY15" fmla="*/ 1390269 h 4627149"/>
                <a:gd name="connsiteX16" fmla="*/ 2812352 w 2977477"/>
                <a:gd name="connsiteY16" fmla="*/ 1230916 h 4627149"/>
                <a:gd name="connsiteX17" fmla="*/ 2898172 w 2977477"/>
                <a:gd name="connsiteY17" fmla="*/ 1036987 h 4627149"/>
                <a:gd name="connsiteX18" fmla="*/ 2963228 w 2977477"/>
                <a:gd name="connsiteY18" fmla="*/ 850011 h 4627149"/>
                <a:gd name="connsiteX19" fmla="*/ 2977325 w 2977477"/>
                <a:gd name="connsiteY19" fmla="*/ 745427 h 4627149"/>
                <a:gd name="connsiteX20" fmla="*/ 2929509 w 2977477"/>
                <a:gd name="connsiteY20" fmla="*/ 480155 h 4627149"/>
                <a:gd name="connsiteX21" fmla="*/ 2563082 w 2977477"/>
                <a:gd name="connsiteY21" fmla="*/ 0 h 462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977477" h="4627149">
                  <a:moveTo>
                    <a:pt x="0" y="4627150"/>
                  </a:moveTo>
                  <a:cubicBezTo>
                    <a:pt x="79820" y="4552283"/>
                    <a:pt x="203835" y="4424648"/>
                    <a:pt x="275082" y="4341590"/>
                  </a:cubicBezTo>
                  <a:cubicBezTo>
                    <a:pt x="354711" y="4248722"/>
                    <a:pt x="421005" y="4145090"/>
                    <a:pt x="502825" y="4054126"/>
                  </a:cubicBezTo>
                  <a:cubicBezTo>
                    <a:pt x="554355" y="3996881"/>
                    <a:pt x="612362" y="3945827"/>
                    <a:pt x="666179" y="3890677"/>
                  </a:cubicBezTo>
                  <a:cubicBezTo>
                    <a:pt x="734187" y="3821049"/>
                    <a:pt x="796671" y="3746183"/>
                    <a:pt x="864203" y="3675983"/>
                  </a:cubicBezTo>
                  <a:cubicBezTo>
                    <a:pt x="902875" y="3635788"/>
                    <a:pt x="943642" y="3597593"/>
                    <a:pt x="982599" y="3557492"/>
                  </a:cubicBezTo>
                  <a:cubicBezTo>
                    <a:pt x="1053941" y="3484150"/>
                    <a:pt x="1121378" y="3407093"/>
                    <a:pt x="1188244" y="3329654"/>
                  </a:cubicBezTo>
                  <a:cubicBezTo>
                    <a:pt x="1240631" y="3268885"/>
                    <a:pt x="1293495" y="3208496"/>
                    <a:pt x="1344740" y="3146774"/>
                  </a:cubicBezTo>
                  <a:cubicBezTo>
                    <a:pt x="1388459" y="3094101"/>
                    <a:pt x="1431512" y="3040761"/>
                    <a:pt x="1470755" y="2984659"/>
                  </a:cubicBezTo>
                  <a:cubicBezTo>
                    <a:pt x="1540764" y="2884646"/>
                    <a:pt x="1598771" y="2777109"/>
                    <a:pt x="1657636" y="2670239"/>
                  </a:cubicBezTo>
                  <a:cubicBezTo>
                    <a:pt x="1693545" y="2605088"/>
                    <a:pt x="1728502" y="2539460"/>
                    <a:pt x="1762887" y="2473547"/>
                  </a:cubicBezTo>
                  <a:cubicBezTo>
                    <a:pt x="1795367" y="2411349"/>
                    <a:pt x="1826419" y="2348103"/>
                    <a:pt x="1866710" y="2290667"/>
                  </a:cubicBezTo>
                  <a:cubicBezTo>
                    <a:pt x="1934623" y="2193893"/>
                    <a:pt x="2022729" y="2114169"/>
                    <a:pt x="2106263" y="2030254"/>
                  </a:cubicBezTo>
                  <a:cubicBezTo>
                    <a:pt x="2163128" y="1973104"/>
                    <a:pt x="2218182" y="1914049"/>
                    <a:pt x="2277237" y="1859185"/>
                  </a:cubicBezTo>
                  <a:cubicBezTo>
                    <a:pt x="2350770" y="1790891"/>
                    <a:pt x="2430304" y="1728978"/>
                    <a:pt x="2499455" y="1656207"/>
                  </a:cubicBezTo>
                  <a:cubicBezTo>
                    <a:pt x="2576989" y="1574578"/>
                    <a:pt x="2641568" y="1481900"/>
                    <a:pt x="2707100" y="1390269"/>
                  </a:cubicBezTo>
                  <a:cubicBezTo>
                    <a:pt x="2744153" y="1338453"/>
                    <a:pt x="2781586" y="1286732"/>
                    <a:pt x="2812352" y="1230916"/>
                  </a:cubicBezTo>
                  <a:cubicBezTo>
                    <a:pt x="2846546" y="1168908"/>
                    <a:pt x="2872550" y="1102900"/>
                    <a:pt x="2898172" y="1036987"/>
                  </a:cubicBezTo>
                  <a:cubicBezTo>
                    <a:pt x="2922175" y="975455"/>
                    <a:pt x="2948273" y="914305"/>
                    <a:pt x="2963228" y="850011"/>
                  </a:cubicBezTo>
                  <a:cubicBezTo>
                    <a:pt x="2971229" y="815626"/>
                    <a:pt x="2976563" y="780764"/>
                    <a:pt x="2977325" y="745427"/>
                  </a:cubicBezTo>
                  <a:cubicBezTo>
                    <a:pt x="2979230" y="654844"/>
                    <a:pt x="2963323" y="564261"/>
                    <a:pt x="2929509" y="480155"/>
                  </a:cubicBezTo>
                  <a:cubicBezTo>
                    <a:pt x="2851309" y="285655"/>
                    <a:pt x="2563082" y="0"/>
                    <a:pt x="2563082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pPr rtl="0"/>
              <a:endParaRPr lang="en-US" dirty="0"/>
            </a:p>
          </p:txBody>
        </p:sp>
        <p:sp>
          <p:nvSpPr>
            <p:cNvPr id="9" name="Freeform: Shape 12">
              <a:extLst>
                <a:ext uri="{FF2B5EF4-FFF2-40B4-BE49-F238E27FC236}">
                  <a16:creationId xmlns:a16="http://schemas.microsoft.com/office/drawing/2014/main" id="{F46101FA-DB58-40A4-BD93-35E09F7571D5}"/>
                </a:ext>
              </a:extLst>
            </p:cNvPr>
            <p:cNvSpPr/>
            <p:nvPr/>
          </p:nvSpPr>
          <p:spPr>
            <a:xfrm>
              <a:off x="25092" y="15178"/>
              <a:ext cx="1566146" cy="2737264"/>
            </a:xfrm>
            <a:custGeom>
              <a:avLst/>
              <a:gdLst>
                <a:gd name="connsiteX0" fmla="*/ 1707071 w 2356712"/>
                <a:gd name="connsiteY0" fmla="*/ 0 h 4118991"/>
                <a:gd name="connsiteX1" fmla="*/ 1824514 w 2356712"/>
                <a:gd name="connsiteY1" fmla="*/ 244697 h 4118991"/>
                <a:gd name="connsiteX2" fmla="*/ 1908715 w 2356712"/>
                <a:gd name="connsiteY2" fmla="*/ 328994 h 4118991"/>
                <a:gd name="connsiteX3" fmla="*/ 2226469 w 2356712"/>
                <a:gd name="connsiteY3" fmla="*/ 603695 h 4118991"/>
                <a:gd name="connsiteX4" fmla="*/ 2355628 w 2356712"/>
                <a:gd name="connsiteY4" fmla="*/ 900494 h 4118991"/>
                <a:gd name="connsiteX5" fmla="*/ 2281428 w 2356712"/>
                <a:gd name="connsiteY5" fmla="*/ 1206913 h 4118991"/>
                <a:gd name="connsiteX6" fmla="*/ 2092452 w 2356712"/>
                <a:gd name="connsiteY6" fmla="*/ 1460659 h 4118991"/>
                <a:gd name="connsiteX7" fmla="*/ 1834039 w 2356712"/>
                <a:gd name="connsiteY7" fmla="*/ 1625822 h 4118991"/>
                <a:gd name="connsiteX8" fmla="*/ 1558862 w 2356712"/>
                <a:gd name="connsiteY8" fmla="*/ 1743075 h 4118991"/>
                <a:gd name="connsiteX9" fmla="*/ 1386554 w 2356712"/>
                <a:gd name="connsiteY9" fmla="*/ 1869948 h 4118991"/>
                <a:gd name="connsiteX10" fmla="*/ 1271683 w 2356712"/>
                <a:gd name="connsiteY10" fmla="*/ 2073402 h 4118991"/>
                <a:gd name="connsiteX11" fmla="*/ 1178338 w 2356712"/>
                <a:gd name="connsiteY11" fmla="*/ 2355914 h 4118991"/>
                <a:gd name="connsiteX12" fmla="*/ 1113758 w 2356712"/>
                <a:gd name="connsiteY12" fmla="*/ 2578513 h 4118991"/>
                <a:gd name="connsiteX13" fmla="*/ 1034796 w 2356712"/>
                <a:gd name="connsiteY13" fmla="*/ 2834640 h 4118991"/>
                <a:gd name="connsiteX14" fmla="*/ 905637 w 2356712"/>
                <a:gd name="connsiteY14" fmla="*/ 3081242 h 4118991"/>
                <a:gd name="connsiteX15" fmla="*/ 793147 w 2356712"/>
                <a:gd name="connsiteY15" fmla="*/ 3258407 h 4118991"/>
                <a:gd name="connsiteX16" fmla="*/ 546735 w 2356712"/>
                <a:gd name="connsiteY16" fmla="*/ 3571970 h 4118991"/>
                <a:gd name="connsiteX17" fmla="*/ 346996 w 2356712"/>
                <a:gd name="connsiteY17" fmla="*/ 3771900 h 4118991"/>
                <a:gd name="connsiteX18" fmla="*/ 174689 w 2356712"/>
                <a:gd name="connsiteY18" fmla="*/ 3944207 h 4118991"/>
                <a:gd name="connsiteX19" fmla="*/ 0 w 2356712"/>
                <a:gd name="connsiteY19" fmla="*/ 4118991 h 411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356712" h="4118991">
                  <a:moveTo>
                    <a:pt x="1707071" y="0"/>
                  </a:moveTo>
                  <a:cubicBezTo>
                    <a:pt x="1715357" y="22098"/>
                    <a:pt x="1812608" y="224409"/>
                    <a:pt x="1824514" y="244697"/>
                  </a:cubicBezTo>
                  <a:cubicBezTo>
                    <a:pt x="1844802" y="279273"/>
                    <a:pt x="1876996" y="304324"/>
                    <a:pt x="1908715" y="328994"/>
                  </a:cubicBezTo>
                  <a:cubicBezTo>
                    <a:pt x="2019967" y="415195"/>
                    <a:pt x="2137886" y="494633"/>
                    <a:pt x="2226469" y="603695"/>
                  </a:cubicBezTo>
                  <a:cubicBezTo>
                    <a:pt x="2296287" y="689610"/>
                    <a:pt x="2347817" y="790480"/>
                    <a:pt x="2355628" y="900494"/>
                  </a:cubicBezTo>
                  <a:cubicBezTo>
                    <a:pt x="2363248" y="1007078"/>
                    <a:pt x="2329910" y="1111187"/>
                    <a:pt x="2281428" y="1206913"/>
                  </a:cubicBezTo>
                  <a:cubicBezTo>
                    <a:pt x="2233422" y="1301877"/>
                    <a:pt x="2170938" y="1388936"/>
                    <a:pt x="2092452" y="1460659"/>
                  </a:cubicBezTo>
                  <a:cubicBezTo>
                    <a:pt x="2016538" y="1530001"/>
                    <a:pt x="1927765" y="1583436"/>
                    <a:pt x="1834039" y="1625822"/>
                  </a:cubicBezTo>
                  <a:cubicBezTo>
                    <a:pt x="1743075" y="1666970"/>
                    <a:pt x="1647730" y="1697736"/>
                    <a:pt x="1558862" y="1743075"/>
                  </a:cubicBezTo>
                  <a:cubicBezTo>
                    <a:pt x="1494758" y="1775841"/>
                    <a:pt x="1434275" y="1816132"/>
                    <a:pt x="1386554" y="1869948"/>
                  </a:cubicBezTo>
                  <a:cubicBezTo>
                    <a:pt x="1334548" y="1928622"/>
                    <a:pt x="1300544" y="2000345"/>
                    <a:pt x="1271683" y="2073402"/>
                  </a:cubicBezTo>
                  <a:cubicBezTo>
                    <a:pt x="1235202" y="2165699"/>
                    <a:pt x="1206722" y="2260759"/>
                    <a:pt x="1178338" y="2355914"/>
                  </a:cubicBezTo>
                  <a:cubicBezTo>
                    <a:pt x="1156240" y="2429923"/>
                    <a:pt x="1134237" y="2504028"/>
                    <a:pt x="1113758" y="2578513"/>
                  </a:cubicBezTo>
                  <a:cubicBezTo>
                    <a:pt x="1090041" y="2664714"/>
                    <a:pt x="1068134" y="2751678"/>
                    <a:pt x="1034796" y="2834640"/>
                  </a:cubicBezTo>
                  <a:cubicBezTo>
                    <a:pt x="1000125" y="2920841"/>
                    <a:pt x="953643" y="3001613"/>
                    <a:pt x="905637" y="3081242"/>
                  </a:cubicBezTo>
                  <a:cubicBezTo>
                    <a:pt x="869442" y="3141155"/>
                    <a:pt x="832295" y="3200400"/>
                    <a:pt x="793147" y="3258407"/>
                  </a:cubicBezTo>
                  <a:cubicBezTo>
                    <a:pt x="718661" y="3368802"/>
                    <a:pt x="637223" y="3474434"/>
                    <a:pt x="546735" y="3571970"/>
                  </a:cubicBezTo>
                  <a:cubicBezTo>
                    <a:pt x="482632" y="3641027"/>
                    <a:pt x="414147" y="3705797"/>
                    <a:pt x="346996" y="3771900"/>
                  </a:cubicBezTo>
                  <a:cubicBezTo>
                    <a:pt x="288989" y="3828764"/>
                    <a:pt x="232029" y="3886676"/>
                    <a:pt x="174689" y="3944207"/>
                  </a:cubicBezTo>
                  <a:cubicBezTo>
                    <a:pt x="116586" y="4002596"/>
                    <a:pt x="58293" y="4060698"/>
                    <a:pt x="0" y="411899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pPr rtl="0"/>
              <a:endParaRPr lang="en-US" dirty="0"/>
            </a:p>
          </p:txBody>
        </p:sp>
        <p:sp>
          <p:nvSpPr>
            <p:cNvPr id="10" name="Freeform: Shape 13">
              <a:extLst>
                <a:ext uri="{FF2B5EF4-FFF2-40B4-BE49-F238E27FC236}">
                  <a16:creationId xmlns:a16="http://schemas.microsoft.com/office/drawing/2014/main" id="{2E4933A0-A538-7EFB-417B-E2C222C1AF4E}"/>
                </a:ext>
              </a:extLst>
            </p:cNvPr>
            <p:cNvSpPr/>
            <p:nvPr/>
          </p:nvSpPr>
          <p:spPr>
            <a:xfrm>
              <a:off x="10849" y="15178"/>
              <a:ext cx="1368431" cy="2644975"/>
            </a:xfrm>
            <a:custGeom>
              <a:avLst/>
              <a:gdLst>
                <a:gd name="connsiteX0" fmla="*/ 0 w 2059193"/>
                <a:gd name="connsiteY0" fmla="*/ 3980116 h 3980116"/>
                <a:gd name="connsiteX1" fmla="*/ 471583 w 2059193"/>
                <a:gd name="connsiteY1" fmla="*/ 3515678 h 3980116"/>
                <a:gd name="connsiteX2" fmla="*/ 758666 w 2059193"/>
                <a:gd name="connsiteY2" fmla="*/ 3163824 h 3980116"/>
                <a:gd name="connsiteX3" fmla="*/ 940499 w 2059193"/>
                <a:gd name="connsiteY3" fmla="*/ 2780824 h 3980116"/>
                <a:gd name="connsiteX4" fmla="*/ 1055370 w 2059193"/>
                <a:gd name="connsiteY4" fmla="*/ 2242185 h 3980116"/>
                <a:gd name="connsiteX5" fmla="*/ 1136714 w 2059193"/>
                <a:gd name="connsiteY5" fmla="*/ 1878330 h 3980116"/>
                <a:gd name="connsiteX6" fmla="*/ 1246727 w 2059193"/>
                <a:gd name="connsiteY6" fmla="*/ 1562386 h 3980116"/>
                <a:gd name="connsiteX7" fmla="*/ 1378363 w 2059193"/>
                <a:gd name="connsiteY7" fmla="*/ 1430750 h 3980116"/>
                <a:gd name="connsiteX8" fmla="*/ 1691831 w 2059193"/>
                <a:gd name="connsiteY8" fmla="*/ 1394841 h 3980116"/>
                <a:gd name="connsiteX9" fmla="*/ 1914335 w 2059193"/>
                <a:gd name="connsiteY9" fmla="*/ 1323023 h 3980116"/>
                <a:gd name="connsiteX10" fmla="*/ 2055495 w 2059193"/>
                <a:gd name="connsiteY10" fmla="*/ 1098042 h 3980116"/>
                <a:gd name="connsiteX11" fmla="*/ 2033969 w 2059193"/>
                <a:gd name="connsiteY11" fmla="*/ 930497 h 3980116"/>
                <a:gd name="connsiteX12" fmla="*/ 1885664 w 2059193"/>
                <a:gd name="connsiteY12" fmla="*/ 760571 h 3980116"/>
                <a:gd name="connsiteX13" fmla="*/ 1636871 w 2059193"/>
                <a:gd name="connsiteY13" fmla="*/ 612172 h 3980116"/>
                <a:gd name="connsiteX14" fmla="*/ 1335405 w 2059193"/>
                <a:gd name="connsiteY14" fmla="*/ 459010 h 3980116"/>
                <a:gd name="connsiteX15" fmla="*/ 1234916 w 2059193"/>
                <a:gd name="connsiteY15" fmla="*/ 269939 h 3980116"/>
                <a:gd name="connsiteX16" fmla="*/ 1386935 w 2059193"/>
                <a:gd name="connsiteY16" fmla="*/ 0 h 398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59193" h="3980116">
                  <a:moveTo>
                    <a:pt x="0" y="3980116"/>
                  </a:moveTo>
                  <a:cubicBezTo>
                    <a:pt x="91345" y="3889534"/>
                    <a:pt x="382715" y="3608737"/>
                    <a:pt x="471583" y="3515678"/>
                  </a:cubicBezTo>
                  <a:cubicBezTo>
                    <a:pt x="576358" y="3405949"/>
                    <a:pt x="675989" y="3290983"/>
                    <a:pt x="758666" y="3163824"/>
                  </a:cubicBezTo>
                  <a:cubicBezTo>
                    <a:pt x="836105" y="3044857"/>
                    <a:pt x="897445" y="2916079"/>
                    <a:pt x="940499" y="2780824"/>
                  </a:cubicBezTo>
                  <a:cubicBezTo>
                    <a:pt x="996315" y="2605754"/>
                    <a:pt x="1020985" y="2422874"/>
                    <a:pt x="1055370" y="2242185"/>
                  </a:cubicBezTo>
                  <a:cubicBezTo>
                    <a:pt x="1078611" y="2120075"/>
                    <a:pt x="1107472" y="1999107"/>
                    <a:pt x="1136714" y="1878330"/>
                  </a:cubicBezTo>
                  <a:cubicBezTo>
                    <a:pt x="1163098" y="1769174"/>
                    <a:pt x="1189482" y="1658588"/>
                    <a:pt x="1246727" y="1562386"/>
                  </a:cubicBezTo>
                  <a:cubicBezTo>
                    <a:pt x="1279208" y="1507808"/>
                    <a:pt x="1321689" y="1459039"/>
                    <a:pt x="1378363" y="1430750"/>
                  </a:cubicBezTo>
                  <a:cubicBezTo>
                    <a:pt x="1473327" y="1383221"/>
                    <a:pt x="1584865" y="1402652"/>
                    <a:pt x="1691831" y="1394841"/>
                  </a:cubicBezTo>
                  <a:cubicBezTo>
                    <a:pt x="1771079" y="1389031"/>
                    <a:pt x="1849279" y="1368266"/>
                    <a:pt x="1914335" y="1323023"/>
                  </a:cubicBezTo>
                  <a:cubicBezTo>
                    <a:pt x="1989963" y="1270445"/>
                    <a:pt x="2041493" y="1189101"/>
                    <a:pt x="2055495" y="1098042"/>
                  </a:cubicBezTo>
                  <a:cubicBezTo>
                    <a:pt x="2064258" y="1041178"/>
                    <a:pt x="2057591" y="982980"/>
                    <a:pt x="2033969" y="930497"/>
                  </a:cubicBezTo>
                  <a:cubicBezTo>
                    <a:pt x="2002727" y="861060"/>
                    <a:pt x="1945958" y="807625"/>
                    <a:pt x="1885664" y="760571"/>
                  </a:cubicBezTo>
                  <a:cubicBezTo>
                    <a:pt x="1809179" y="700945"/>
                    <a:pt x="1725549" y="651415"/>
                    <a:pt x="1636871" y="612172"/>
                  </a:cubicBezTo>
                  <a:cubicBezTo>
                    <a:pt x="1532763" y="566071"/>
                    <a:pt x="1421606" y="532543"/>
                    <a:pt x="1335405" y="459010"/>
                  </a:cubicBezTo>
                  <a:cubicBezTo>
                    <a:pt x="1277969" y="409956"/>
                    <a:pt x="1232059" y="344615"/>
                    <a:pt x="1234916" y="269939"/>
                  </a:cubicBezTo>
                  <a:cubicBezTo>
                    <a:pt x="1237012" y="211741"/>
                    <a:pt x="1386935" y="0"/>
                    <a:pt x="1386935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pPr rtl="0"/>
              <a:endParaRPr lang="en-US" dirty="0"/>
            </a:p>
          </p:txBody>
        </p:sp>
        <p:sp>
          <p:nvSpPr>
            <p:cNvPr id="11" name="Freeform: Shape 14">
              <a:extLst>
                <a:ext uri="{FF2B5EF4-FFF2-40B4-BE49-F238E27FC236}">
                  <a16:creationId xmlns:a16="http://schemas.microsoft.com/office/drawing/2014/main" id="{6C2DFDF6-D78B-5984-D82E-9CEFAB74F71C}"/>
                </a:ext>
              </a:extLst>
            </p:cNvPr>
            <p:cNvSpPr/>
            <p:nvPr/>
          </p:nvSpPr>
          <p:spPr>
            <a:xfrm>
              <a:off x="18825" y="543780"/>
              <a:ext cx="494287" cy="1905590"/>
            </a:xfrm>
            <a:custGeom>
              <a:avLst/>
              <a:gdLst>
                <a:gd name="connsiteX0" fmla="*/ 11144 w 743796"/>
                <a:gd name="connsiteY0" fmla="*/ 0 h 2867501"/>
                <a:gd name="connsiteX1" fmla="*/ 353663 w 743796"/>
                <a:gd name="connsiteY1" fmla="*/ 55245 h 2867501"/>
                <a:gd name="connsiteX2" fmla="*/ 571405 w 743796"/>
                <a:gd name="connsiteY2" fmla="*/ 179737 h 2867501"/>
                <a:gd name="connsiteX3" fmla="*/ 688658 w 743796"/>
                <a:gd name="connsiteY3" fmla="*/ 368808 h 2867501"/>
                <a:gd name="connsiteX4" fmla="*/ 731711 w 743796"/>
                <a:gd name="connsiteY4" fmla="*/ 612934 h 2867501"/>
                <a:gd name="connsiteX5" fmla="*/ 725233 w 743796"/>
                <a:gd name="connsiteY5" fmla="*/ 995648 h 2867501"/>
                <a:gd name="connsiteX6" fmla="*/ 742855 w 743796"/>
                <a:gd name="connsiteY6" fmla="*/ 1499330 h 2867501"/>
                <a:gd name="connsiteX7" fmla="*/ 707898 w 743796"/>
                <a:gd name="connsiteY7" fmla="*/ 1793081 h 2867501"/>
                <a:gd name="connsiteX8" fmla="*/ 633222 w 743796"/>
                <a:gd name="connsiteY8" fmla="*/ 2073592 h 2867501"/>
                <a:gd name="connsiteX9" fmla="*/ 404527 w 743796"/>
                <a:gd name="connsiteY9" fmla="*/ 2472404 h 2867501"/>
                <a:gd name="connsiteX10" fmla="*/ 0 w 743796"/>
                <a:gd name="connsiteY10" fmla="*/ 2867501 h 2867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3796" h="2867501">
                  <a:moveTo>
                    <a:pt x="11144" y="0"/>
                  </a:moveTo>
                  <a:cubicBezTo>
                    <a:pt x="101060" y="2953"/>
                    <a:pt x="268796" y="25146"/>
                    <a:pt x="353663" y="55245"/>
                  </a:cubicBezTo>
                  <a:cubicBezTo>
                    <a:pt x="433483" y="83534"/>
                    <a:pt x="510635" y="120967"/>
                    <a:pt x="571405" y="179737"/>
                  </a:cubicBezTo>
                  <a:cubicBezTo>
                    <a:pt x="625412" y="231934"/>
                    <a:pt x="663607" y="297942"/>
                    <a:pt x="688658" y="368808"/>
                  </a:cubicBezTo>
                  <a:cubicBezTo>
                    <a:pt x="716375" y="447103"/>
                    <a:pt x="727996" y="529876"/>
                    <a:pt x="731711" y="612934"/>
                  </a:cubicBezTo>
                  <a:cubicBezTo>
                    <a:pt x="737426" y="740474"/>
                    <a:pt x="724948" y="867918"/>
                    <a:pt x="725233" y="995648"/>
                  </a:cubicBezTo>
                  <a:cubicBezTo>
                    <a:pt x="725710" y="1163765"/>
                    <a:pt x="748665" y="1331309"/>
                    <a:pt x="742855" y="1499330"/>
                  </a:cubicBezTo>
                  <a:cubicBezTo>
                    <a:pt x="739426" y="1598009"/>
                    <a:pt x="725996" y="1696022"/>
                    <a:pt x="707898" y="1793081"/>
                  </a:cubicBezTo>
                  <a:cubicBezTo>
                    <a:pt x="690086" y="1888426"/>
                    <a:pt x="666845" y="1982724"/>
                    <a:pt x="633222" y="2073592"/>
                  </a:cubicBezTo>
                  <a:cubicBezTo>
                    <a:pt x="579692" y="2218182"/>
                    <a:pt x="499682" y="2351056"/>
                    <a:pt x="404527" y="2472404"/>
                  </a:cubicBezTo>
                  <a:cubicBezTo>
                    <a:pt x="266033" y="2648902"/>
                    <a:pt x="179642" y="2732818"/>
                    <a:pt x="0" y="286750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pPr rtl="0"/>
              <a:endParaRPr lang="en-US" dirty="0"/>
            </a:p>
          </p:txBody>
        </p:sp>
        <p:sp>
          <p:nvSpPr>
            <p:cNvPr id="12" name="Freeform: Shape 15">
              <a:extLst>
                <a:ext uri="{FF2B5EF4-FFF2-40B4-BE49-F238E27FC236}">
                  <a16:creationId xmlns:a16="http://schemas.microsoft.com/office/drawing/2014/main" id="{855628AA-C9BE-E5CF-15C9-5AF3F3F7ACF3}"/>
                </a:ext>
              </a:extLst>
            </p:cNvPr>
            <p:cNvSpPr/>
            <p:nvPr/>
          </p:nvSpPr>
          <p:spPr>
            <a:xfrm>
              <a:off x="10849" y="672286"/>
              <a:ext cx="396930" cy="1690303"/>
            </a:xfrm>
            <a:custGeom>
              <a:avLst/>
              <a:gdLst>
                <a:gd name="connsiteX0" fmla="*/ 16478 w 597294"/>
                <a:gd name="connsiteY0" fmla="*/ 2079 h 2543540"/>
                <a:gd name="connsiteX1" fmla="*/ 299847 w 597294"/>
                <a:gd name="connsiteY1" fmla="*/ 53991 h 2543540"/>
                <a:gd name="connsiteX2" fmla="*/ 503206 w 597294"/>
                <a:gd name="connsiteY2" fmla="*/ 291354 h 2543540"/>
                <a:gd name="connsiteX3" fmla="*/ 525113 w 597294"/>
                <a:gd name="connsiteY3" fmla="*/ 724265 h 2543540"/>
                <a:gd name="connsiteX4" fmla="*/ 578930 w 597294"/>
                <a:gd name="connsiteY4" fmla="*/ 1117267 h 2543540"/>
                <a:gd name="connsiteX5" fmla="*/ 592931 w 597294"/>
                <a:gd name="connsiteY5" fmla="*/ 1476359 h 2543540"/>
                <a:gd name="connsiteX6" fmla="*/ 503206 w 597294"/>
                <a:gd name="connsiteY6" fmla="*/ 1859359 h 2543540"/>
                <a:gd name="connsiteX7" fmla="*/ 291846 w 597294"/>
                <a:gd name="connsiteY7" fmla="*/ 2250361 h 2543540"/>
                <a:gd name="connsiteX8" fmla="*/ 0 w 597294"/>
                <a:gd name="connsiteY8" fmla="*/ 2543540 h 254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7294" h="2543540">
                  <a:moveTo>
                    <a:pt x="16478" y="2079"/>
                  </a:moveTo>
                  <a:cubicBezTo>
                    <a:pt x="101441" y="-6684"/>
                    <a:pt x="224885" y="12557"/>
                    <a:pt x="299847" y="53991"/>
                  </a:cubicBezTo>
                  <a:cubicBezTo>
                    <a:pt x="394240" y="106092"/>
                    <a:pt x="468440" y="189341"/>
                    <a:pt x="503206" y="291354"/>
                  </a:cubicBezTo>
                  <a:cubicBezTo>
                    <a:pt x="550069" y="429085"/>
                    <a:pt x="520827" y="577770"/>
                    <a:pt x="525113" y="724265"/>
                  </a:cubicBezTo>
                  <a:cubicBezTo>
                    <a:pt x="529019" y="856472"/>
                    <a:pt x="561118" y="986012"/>
                    <a:pt x="578930" y="1117267"/>
                  </a:cubicBezTo>
                  <a:cubicBezTo>
                    <a:pt x="595122" y="1236234"/>
                    <a:pt x="602742" y="1356630"/>
                    <a:pt x="592931" y="1476359"/>
                  </a:cubicBezTo>
                  <a:cubicBezTo>
                    <a:pt x="582073" y="1607709"/>
                    <a:pt x="549783" y="1736011"/>
                    <a:pt x="503206" y="1859359"/>
                  </a:cubicBezTo>
                  <a:cubicBezTo>
                    <a:pt x="450628" y="1998710"/>
                    <a:pt x="383857" y="2133298"/>
                    <a:pt x="291846" y="2250361"/>
                  </a:cubicBezTo>
                  <a:cubicBezTo>
                    <a:pt x="231553" y="2327132"/>
                    <a:pt x="73819" y="2479532"/>
                    <a:pt x="0" y="254354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pPr rtl="0"/>
              <a:endParaRPr lang="en-US" dirty="0"/>
            </a:p>
          </p:txBody>
        </p:sp>
        <p:sp>
          <p:nvSpPr>
            <p:cNvPr id="13" name="Freeform: Shape 16">
              <a:extLst>
                <a:ext uri="{FF2B5EF4-FFF2-40B4-BE49-F238E27FC236}">
                  <a16:creationId xmlns:a16="http://schemas.microsoft.com/office/drawing/2014/main" id="{B87AC7A6-6033-A3C4-6202-864E4062FD47}"/>
                </a:ext>
              </a:extLst>
            </p:cNvPr>
            <p:cNvSpPr/>
            <p:nvPr/>
          </p:nvSpPr>
          <p:spPr>
            <a:xfrm>
              <a:off x="23002" y="881264"/>
              <a:ext cx="258791" cy="1336561"/>
            </a:xfrm>
            <a:custGeom>
              <a:avLst/>
              <a:gdLst>
                <a:gd name="connsiteX0" fmla="*/ 0 w 389425"/>
                <a:gd name="connsiteY0" fmla="*/ 33 h 2011236"/>
                <a:gd name="connsiteX1" fmla="*/ 171260 w 389425"/>
                <a:gd name="connsiteY1" fmla="*/ 60326 h 2011236"/>
                <a:gd name="connsiteX2" fmla="*/ 211455 w 389425"/>
                <a:gd name="connsiteY2" fmla="*/ 221204 h 2011236"/>
                <a:gd name="connsiteX3" fmla="*/ 243078 w 389425"/>
                <a:gd name="connsiteY3" fmla="*/ 448089 h 2011236"/>
                <a:gd name="connsiteX4" fmla="*/ 346424 w 389425"/>
                <a:gd name="connsiteY4" fmla="*/ 789941 h 2011236"/>
                <a:gd name="connsiteX5" fmla="*/ 372237 w 389425"/>
                <a:gd name="connsiteY5" fmla="*/ 942151 h 2011236"/>
                <a:gd name="connsiteX6" fmla="*/ 386620 w 389425"/>
                <a:gd name="connsiteY6" fmla="*/ 1272478 h 2011236"/>
                <a:gd name="connsiteX7" fmla="*/ 280416 w 389425"/>
                <a:gd name="connsiteY7" fmla="*/ 1660241 h 2011236"/>
                <a:gd name="connsiteX8" fmla="*/ 151257 w 389425"/>
                <a:gd name="connsiteY8" fmla="*/ 1844073 h 2011236"/>
                <a:gd name="connsiteX9" fmla="*/ 1905 w 389425"/>
                <a:gd name="connsiteY9" fmla="*/ 2011237 h 2011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9425" h="2011236">
                  <a:moveTo>
                    <a:pt x="0" y="33"/>
                  </a:moveTo>
                  <a:cubicBezTo>
                    <a:pt x="57912" y="-824"/>
                    <a:pt x="136112" y="14892"/>
                    <a:pt x="171260" y="60326"/>
                  </a:cubicBezTo>
                  <a:cubicBezTo>
                    <a:pt x="205645" y="104903"/>
                    <a:pt x="207740" y="164244"/>
                    <a:pt x="211455" y="221204"/>
                  </a:cubicBezTo>
                  <a:cubicBezTo>
                    <a:pt x="216408" y="297594"/>
                    <a:pt x="225838" y="373604"/>
                    <a:pt x="243078" y="448089"/>
                  </a:cubicBezTo>
                  <a:cubicBezTo>
                    <a:pt x="269939" y="564199"/>
                    <a:pt x="319183" y="673927"/>
                    <a:pt x="346424" y="789941"/>
                  </a:cubicBezTo>
                  <a:cubicBezTo>
                    <a:pt x="358235" y="840043"/>
                    <a:pt x="365951" y="891097"/>
                    <a:pt x="372237" y="942151"/>
                  </a:cubicBezTo>
                  <a:cubicBezTo>
                    <a:pt x="385858" y="1051784"/>
                    <a:pt x="394049" y="1162274"/>
                    <a:pt x="386620" y="1272478"/>
                  </a:cubicBezTo>
                  <a:cubicBezTo>
                    <a:pt x="377476" y="1407828"/>
                    <a:pt x="344996" y="1541178"/>
                    <a:pt x="280416" y="1660241"/>
                  </a:cubicBezTo>
                  <a:cubicBezTo>
                    <a:pt x="244602" y="1726249"/>
                    <a:pt x="199358" y="1786352"/>
                    <a:pt x="151257" y="1844073"/>
                  </a:cubicBezTo>
                  <a:cubicBezTo>
                    <a:pt x="79534" y="1930084"/>
                    <a:pt x="89345" y="1941419"/>
                    <a:pt x="1905" y="2011237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pPr rtl="0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75120" y="914400"/>
            <a:ext cx="5029200" cy="2194560"/>
          </a:xfrm>
        </p:spPr>
        <p:txBody>
          <a:bodyPr anchor="t" anchorCtr="0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C013AD6-0EF3-2B25-DDBD-2DF706123AE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099048" cy="6858000"/>
          </a:xfrm>
          <a:solidFill>
            <a:schemeClr val="accent5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813049-5F46-053E-6279-8183259649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675120" y="3429000"/>
            <a:ext cx="5029200" cy="2697480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58500" y="6356350"/>
            <a:ext cx="84582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65457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F7D74-558F-4816-9367-4004FFA2B6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14400"/>
            <a:ext cx="7223760" cy="914400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69ADF-8CD9-4E77-BB8D-70D8824C5A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8640" y="2286000"/>
            <a:ext cx="7223760" cy="18288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5F077D-E901-4AA9-B062-1C37FF407B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48640" y="4389120"/>
            <a:ext cx="7223760" cy="18288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13FFB825-245A-CEB4-BC9B-8E6001FC84A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156448" y="0"/>
            <a:ext cx="4032504" cy="6858000"/>
          </a:xfrm>
          <a:solidFill>
            <a:schemeClr val="accent5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6323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Bottom Right">
            <a:extLst>
              <a:ext uri="{FF2B5EF4-FFF2-40B4-BE49-F238E27FC236}">
                <a16:creationId xmlns:a16="http://schemas.microsoft.com/office/drawing/2014/main" id="{08712125-56A8-F96B-CDF1-F3792D4744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V="1">
            <a:off x="7993448" y="0"/>
            <a:ext cx="4211600" cy="3581399"/>
            <a:chOff x="7980400" y="3276601"/>
            <a:chExt cx="4211600" cy="3581399"/>
          </a:xfrm>
        </p:grpSpPr>
        <p:grpSp>
          <p:nvGrpSpPr>
            <p:cNvPr id="9" name="Graphic 157">
              <a:extLst>
                <a:ext uri="{FF2B5EF4-FFF2-40B4-BE49-F238E27FC236}">
                  <a16:creationId xmlns:a16="http://schemas.microsoft.com/office/drawing/2014/main" id="{606BED4C-626B-4034-F706-C47B39ADBF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2740" y="3276601"/>
              <a:ext cx="3529260" cy="3581397"/>
              <a:chOff x="4114800" y="1423987"/>
              <a:chExt cx="3961542" cy="4007547"/>
            </a:xfrm>
            <a:noFill/>
          </p:grpSpPr>
          <p:sp>
            <p:nvSpPr>
              <p:cNvPr id="11" name="Freeform: Shape 24">
                <a:extLst>
                  <a:ext uri="{FF2B5EF4-FFF2-40B4-BE49-F238E27FC236}">
                    <a16:creationId xmlns:a16="http://schemas.microsoft.com/office/drawing/2014/main" id="{1E44F1DA-BBA0-DBF5-E95D-DA413CECCC33}"/>
                  </a:ext>
                </a:extLst>
              </p:cNvPr>
              <p:cNvSpPr/>
              <p:nvPr/>
            </p:nvSpPr>
            <p:spPr>
              <a:xfrm>
                <a:off x="4114800" y="1423987"/>
                <a:ext cx="3946874" cy="3989641"/>
              </a:xfrm>
              <a:custGeom>
                <a:avLst/>
                <a:gdLst>
                  <a:gd name="connsiteX0" fmla="*/ 0 w 3946874"/>
                  <a:gd name="connsiteY0" fmla="*/ 3989641 h 3989641"/>
                  <a:gd name="connsiteX1" fmla="*/ 79439 w 3946874"/>
                  <a:gd name="connsiteY1" fmla="*/ 3891153 h 3989641"/>
                  <a:gd name="connsiteX2" fmla="*/ 297371 w 3946874"/>
                  <a:gd name="connsiteY2" fmla="*/ 3626930 h 3989641"/>
                  <a:gd name="connsiteX3" fmla="*/ 454343 w 3946874"/>
                  <a:gd name="connsiteY3" fmla="*/ 3440335 h 3989641"/>
                  <a:gd name="connsiteX4" fmla="*/ 622363 w 3946874"/>
                  <a:gd name="connsiteY4" fmla="*/ 3290697 h 3989641"/>
                  <a:gd name="connsiteX5" fmla="*/ 927068 w 3946874"/>
                  <a:gd name="connsiteY5" fmla="*/ 3087434 h 3989641"/>
                  <a:gd name="connsiteX6" fmla="*/ 1176338 w 3946874"/>
                  <a:gd name="connsiteY6" fmla="*/ 2915603 h 3989641"/>
                  <a:gd name="connsiteX7" fmla="*/ 1394270 w 3946874"/>
                  <a:gd name="connsiteY7" fmla="*/ 2780729 h 3989641"/>
                  <a:gd name="connsiteX8" fmla="*/ 1601057 w 3946874"/>
                  <a:gd name="connsiteY8" fmla="*/ 2723483 h 3989641"/>
                  <a:gd name="connsiteX9" fmla="*/ 1756220 w 3946874"/>
                  <a:gd name="connsiteY9" fmla="*/ 2743772 h 3989641"/>
                  <a:gd name="connsiteX10" fmla="*/ 1889189 w 3946874"/>
                  <a:gd name="connsiteY10" fmla="*/ 2765965 h 3989641"/>
                  <a:gd name="connsiteX11" fmla="*/ 2007394 w 3946874"/>
                  <a:gd name="connsiteY11" fmla="*/ 2765965 h 3989641"/>
                  <a:gd name="connsiteX12" fmla="*/ 2184654 w 3946874"/>
                  <a:gd name="connsiteY12" fmla="*/ 2671763 h 3989641"/>
                  <a:gd name="connsiteX13" fmla="*/ 2372773 w 3946874"/>
                  <a:gd name="connsiteY13" fmla="*/ 2538984 h 3989641"/>
                  <a:gd name="connsiteX14" fmla="*/ 2439543 w 3946874"/>
                  <a:gd name="connsiteY14" fmla="*/ 2510504 h 3989641"/>
                  <a:gd name="connsiteX15" fmla="*/ 2650617 w 3946874"/>
                  <a:gd name="connsiteY15" fmla="*/ 2434781 h 3989641"/>
                  <a:gd name="connsiteX16" fmla="*/ 2785110 w 3946874"/>
                  <a:gd name="connsiteY16" fmla="*/ 2383060 h 3989641"/>
                  <a:gd name="connsiteX17" fmla="*/ 2897315 w 3946874"/>
                  <a:gd name="connsiteY17" fmla="*/ 2318861 h 3989641"/>
                  <a:gd name="connsiteX18" fmla="*/ 2997994 w 3946874"/>
                  <a:gd name="connsiteY18" fmla="*/ 2226183 h 3989641"/>
                  <a:gd name="connsiteX19" fmla="*/ 3061240 w 3946874"/>
                  <a:gd name="connsiteY19" fmla="*/ 2141506 h 3989641"/>
                  <a:gd name="connsiteX20" fmla="*/ 3152108 w 3946874"/>
                  <a:gd name="connsiteY20" fmla="*/ 2005203 h 3989641"/>
                  <a:gd name="connsiteX21" fmla="*/ 3274124 w 3946874"/>
                  <a:gd name="connsiteY21" fmla="*/ 1871567 h 3989641"/>
                  <a:gd name="connsiteX22" fmla="*/ 3388138 w 3946874"/>
                  <a:gd name="connsiteY22" fmla="*/ 1770888 h 3989641"/>
                  <a:gd name="connsiteX23" fmla="*/ 3466529 w 3946874"/>
                  <a:gd name="connsiteY23" fmla="*/ 1679162 h 3989641"/>
                  <a:gd name="connsiteX24" fmla="*/ 3538633 w 3946874"/>
                  <a:gd name="connsiteY24" fmla="*/ 1551718 h 3989641"/>
                  <a:gd name="connsiteX25" fmla="*/ 3588544 w 3946874"/>
                  <a:gd name="connsiteY25" fmla="*/ 1376172 h 3989641"/>
                  <a:gd name="connsiteX26" fmla="*/ 3597402 w 3946874"/>
                  <a:gd name="connsiteY26" fmla="*/ 1293305 h 3989641"/>
                  <a:gd name="connsiteX27" fmla="*/ 3721227 w 3946874"/>
                  <a:gd name="connsiteY27" fmla="*/ 880491 h 3989641"/>
                  <a:gd name="connsiteX28" fmla="*/ 3761137 w 3946874"/>
                  <a:gd name="connsiteY28" fmla="*/ 463677 h 3989641"/>
                  <a:gd name="connsiteX29" fmla="*/ 3946874 w 3946874"/>
                  <a:gd name="connsiteY29" fmla="*/ 0 h 39896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3946874" h="3989641">
                    <a:moveTo>
                      <a:pt x="0" y="3989641"/>
                    </a:moveTo>
                    <a:cubicBezTo>
                      <a:pt x="19050" y="3957257"/>
                      <a:pt x="50959" y="3916013"/>
                      <a:pt x="79439" y="3891153"/>
                    </a:cubicBezTo>
                    <a:cubicBezTo>
                      <a:pt x="165544" y="3815906"/>
                      <a:pt x="227933" y="3717989"/>
                      <a:pt x="297371" y="3626930"/>
                    </a:cubicBezTo>
                    <a:cubicBezTo>
                      <a:pt x="346615" y="3562255"/>
                      <a:pt x="398050" y="3499009"/>
                      <a:pt x="454343" y="3440335"/>
                    </a:cubicBezTo>
                    <a:cubicBezTo>
                      <a:pt x="506349" y="3386042"/>
                      <a:pt x="562642" y="3336227"/>
                      <a:pt x="622363" y="3290697"/>
                    </a:cubicBezTo>
                    <a:cubicBezTo>
                      <a:pt x="719519" y="3216688"/>
                      <a:pt x="824960" y="3154585"/>
                      <a:pt x="927068" y="3087434"/>
                    </a:cubicBezTo>
                    <a:cubicBezTo>
                      <a:pt x="1011365" y="3031998"/>
                      <a:pt x="1093565" y="2973324"/>
                      <a:pt x="1176338" y="2915603"/>
                    </a:cubicBezTo>
                    <a:cubicBezTo>
                      <a:pt x="1246537" y="2866644"/>
                      <a:pt x="1317308" y="2818066"/>
                      <a:pt x="1394270" y="2780729"/>
                    </a:cubicBezTo>
                    <a:cubicBezTo>
                      <a:pt x="1459421" y="2749106"/>
                      <a:pt x="1528763" y="2724436"/>
                      <a:pt x="1601057" y="2723483"/>
                    </a:cubicBezTo>
                    <a:cubicBezTo>
                      <a:pt x="1653350" y="2722721"/>
                      <a:pt x="1704785" y="2733485"/>
                      <a:pt x="1756220" y="2743772"/>
                    </a:cubicBezTo>
                    <a:cubicBezTo>
                      <a:pt x="1800320" y="2752630"/>
                      <a:pt x="1844612" y="2760250"/>
                      <a:pt x="1889189" y="2765965"/>
                    </a:cubicBezTo>
                    <a:cubicBezTo>
                      <a:pt x="1928622" y="2771013"/>
                      <a:pt x="1968437" y="2773299"/>
                      <a:pt x="2007394" y="2765965"/>
                    </a:cubicBezTo>
                    <a:cubicBezTo>
                      <a:pt x="2073878" y="2753487"/>
                      <a:pt x="2130647" y="2712911"/>
                      <a:pt x="2184654" y="2671763"/>
                    </a:cubicBezTo>
                    <a:cubicBezTo>
                      <a:pt x="2245900" y="2625090"/>
                      <a:pt x="2304002" y="2573465"/>
                      <a:pt x="2372773" y="2538984"/>
                    </a:cubicBezTo>
                    <a:cubicBezTo>
                      <a:pt x="2394395" y="2528126"/>
                      <a:pt x="2416874" y="2518982"/>
                      <a:pt x="2439543" y="2510504"/>
                    </a:cubicBezTo>
                    <a:cubicBezTo>
                      <a:pt x="2509552" y="2484215"/>
                      <a:pt x="2580037" y="2459450"/>
                      <a:pt x="2650617" y="2434781"/>
                    </a:cubicBezTo>
                    <a:cubicBezTo>
                      <a:pt x="2695956" y="2418874"/>
                      <a:pt x="2741295" y="2402872"/>
                      <a:pt x="2785110" y="2383060"/>
                    </a:cubicBezTo>
                    <a:cubicBezTo>
                      <a:pt x="2824448" y="2365248"/>
                      <a:pt x="2862358" y="2344198"/>
                      <a:pt x="2897315" y="2318861"/>
                    </a:cubicBezTo>
                    <a:cubicBezTo>
                      <a:pt x="2934367" y="2292096"/>
                      <a:pt x="2968085" y="2260854"/>
                      <a:pt x="2997994" y="2226183"/>
                    </a:cubicBezTo>
                    <a:cubicBezTo>
                      <a:pt x="3020949" y="2199513"/>
                      <a:pt x="3041714" y="2170938"/>
                      <a:pt x="3061240" y="2141506"/>
                    </a:cubicBezTo>
                    <a:cubicBezTo>
                      <a:pt x="3091529" y="2095976"/>
                      <a:pt x="3119533" y="2049018"/>
                      <a:pt x="3152108" y="2005203"/>
                    </a:cubicBezTo>
                    <a:cubicBezTo>
                      <a:pt x="3188113" y="1956626"/>
                      <a:pt x="3229261" y="1912144"/>
                      <a:pt x="3274124" y="1871567"/>
                    </a:cubicBezTo>
                    <a:cubicBezTo>
                      <a:pt x="3311747" y="1837563"/>
                      <a:pt x="3351848" y="1806321"/>
                      <a:pt x="3388138" y="1770888"/>
                    </a:cubicBezTo>
                    <a:cubicBezTo>
                      <a:pt x="3416999" y="1742694"/>
                      <a:pt x="3443002" y="1711833"/>
                      <a:pt x="3466529" y="1679162"/>
                    </a:cubicBezTo>
                    <a:cubicBezTo>
                      <a:pt x="3495008" y="1639348"/>
                      <a:pt x="3519392" y="1596771"/>
                      <a:pt x="3538633" y="1551718"/>
                    </a:cubicBezTo>
                    <a:cubicBezTo>
                      <a:pt x="3562731" y="1495616"/>
                      <a:pt x="3578924" y="1436465"/>
                      <a:pt x="3588544" y="1376172"/>
                    </a:cubicBezTo>
                    <a:cubicBezTo>
                      <a:pt x="3592925" y="1348740"/>
                      <a:pt x="3595688" y="1321022"/>
                      <a:pt x="3597402" y="1293305"/>
                    </a:cubicBezTo>
                    <a:cubicBezTo>
                      <a:pt x="3605974" y="1155859"/>
                      <a:pt x="3717703" y="1018127"/>
                      <a:pt x="3721227" y="880491"/>
                    </a:cubicBezTo>
                    <a:cubicBezTo>
                      <a:pt x="3724751" y="740855"/>
                      <a:pt x="3743135" y="602171"/>
                      <a:pt x="3761137" y="463677"/>
                    </a:cubicBezTo>
                    <a:cubicBezTo>
                      <a:pt x="3776186" y="347758"/>
                      <a:pt x="3934968" y="116205"/>
                      <a:pt x="3946874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rtl="0"/>
                <a:endParaRPr lang="en-US" noProof="0" dirty="0"/>
              </a:p>
            </p:txBody>
          </p:sp>
          <p:sp>
            <p:nvSpPr>
              <p:cNvPr id="12" name="Freeform: Shape 25">
                <a:extLst>
                  <a:ext uri="{FF2B5EF4-FFF2-40B4-BE49-F238E27FC236}">
                    <a16:creationId xmlns:a16="http://schemas.microsoft.com/office/drawing/2014/main" id="{1F84F55C-F405-CAE8-CC7B-F36BF514253C}"/>
                  </a:ext>
                </a:extLst>
              </p:cNvPr>
              <p:cNvSpPr/>
              <p:nvPr/>
            </p:nvSpPr>
            <p:spPr>
              <a:xfrm>
                <a:off x="4395978" y="2441733"/>
                <a:ext cx="3665410" cy="2985611"/>
              </a:xfrm>
              <a:custGeom>
                <a:avLst/>
                <a:gdLst>
                  <a:gd name="connsiteX0" fmla="*/ 0 w 3665410"/>
                  <a:gd name="connsiteY0" fmla="*/ 2985611 h 2985611"/>
                  <a:gd name="connsiteX1" fmla="*/ 166211 w 3665410"/>
                  <a:gd name="connsiteY1" fmla="*/ 2699766 h 2985611"/>
                  <a:gd name="connsiteX2" fmla="*/ 397002 w 3665410"/>
                  <a:gd name="connsiteY2" fmla="*/ 2414969 h 2985611"/>
                  <a:gd name="connsiteX3" fmla="*/ 620173 w 3665410"/>
                  <a:gd name="connsiteY3" fmla="*/ 2237899 h 2985611"/>
                  <a:gd name="connsiteX4" fmla="*/ 823341 w 3665410"/>
                  <a:gd name="connsiteY4" fmla="*/ 2085499 h 2985611"/>
                  <a:gd name="connsiteX5" fmla="*/ 1089565 w 3665410"/>
                  <a:gd name="connsiteY5" fmla="*/ 1911477 h 2985611"/>
                  <a:gd name="connsiteX6" fmla="*/ 1145000 w 3665410"/>
                  <a:gd name="connsiteY6" fmla="*/ 1886807 h 2985611"/>
                  <a:gd name="connsiteX7" fmla="*/ 1375791 w 3665410"/>
                  <a:gd name="connsiteY7" fmla="*/ 1842135 h 2985611"/>
                  <a:gd name="connsiteX8" fmla="*/ 1486567 w 3665410"/>
                  <a:gd name="connsiteY8" fmla="*/ 1857566 h 2985611"/>
                  <a:gd name="connsiteX9" fmla="*/ 1568101 w 3665410"/>
                  <a:gd name="connsiteY9" fmla="*/ 1871377 h 2985611"/>
                  <a:gd name="connsiteX10" fmla="*/ 1810607 w 3665410"/>
                  <a:gd name="connsiteY10" fmla="*/ 1871377 h 2985611"/>
                  <a:gd name="connsiteX11" fmla="*/ 1997964 w 3665410"/>
                  <a:gd name="connsiteY11" fmla="*/ 1790605 h 2985611"/>
                  <a:gd name="connsiteX12" fmla="*/ 2109883 w 3665410"/>
                  <a:gd name="connsiteY12" fmla="*/ 1702784 h 2985611"/>
                  <a:gd name="connsiteX13" fmla="*/ 2321433 w 3665410"/>
                  <a:gd name="connsiteY13" fmla="*/ 1552384 h 2985611"/>
                  <a:gd name="connsiteX14" fmla="*/ 2558891 w 3665410"/>
                  <a:gd name="connsiteY14" fmla="*/ 1453420 h 2985611"/>
                  <a:gd name="connsiteX15" fmla="*/ 2709767 w 3665410"/>
                  <a:gd name="connsiteY15" fmla="*/ 1377887 h 2985611"/>
                  <a:gd name="connsiteX16" fmla="*/ 2885408 w 3665410"/>
                  <a:gd name="connsiteY16" fmla="*/ 1237393 h 2985611"/>
                  <a:gd name="connsiteX17" fmla="*/ 3017711 w 3665410"/>
                  <a:gd name="connsiteY17" fmla="*/ 1072229 h 2985611"/>
                  <a:gd name="connsiteX18" fmla="*/ 3150680 w 3665410"/>
                  <a:gd name="connsiteY18" fmla="*/ 921830 h 2985611"/>
                  <a:gd name="connsiteX19" fmla="*/ 3255169 w 3665410"/>
                  <a:gd name="connsiteY19" fmla="*/ 801815 h 2985611"/>
                  <a:gd name="connsiteX20" fmla="*/ 3339275 w 3665410"/>
                  <a:gd name="connsiteY20" fmla="*/ 694182 h 2985611"/>
                  <a:gd name="connsiteX21" fmla="*/ 3409188 w 3665410"/>
                  <a:gd name="connsiteY21" fmla="*/ 546926 h 2985611"/>
                  <a:gd name="connsiteX22" fmla="*/ 3464243 w 3665410"/>
                  <a:gd name="connsiteY22" fmla="*/ 347663 h 2985611"/>
                  <a:gd name="connsiteX23" fmla="*/ 3665411 w 3665410"/>
                  <a:gd name="connsiteY23" fmla="*/ 0 h 29856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665410" h="2985611">
                    <a:moveTo>
                      <a:pt x="0" y="2985611"/>
                    </a:moveTo>
                    <a:cubicBezTo>
                      <a:pt x="0" y="2985611"/>
                      <a:pt x="86773" y="2802827"/>
                      <a:pt x="166211" y="2699766"/>
                    </a:cubicBezTo>
                    <a:cubicBezTo>
                      <a:pt x="240983" y="2602706"/>
                      <a:pt x="309182" y="2500122"/>
                      <a:pt x="397002" y="2414969"/>
                    </a:cubicBezTo>
                    <a:cubicBezTo>
                      <a:pt x="465296" y="2348865"/>
                      <a:pt x="543592" y="2294477"/>
                      <a:pt x="620173" y="2237899"/>
                    </a:cubicBezTo>
                    <a:cubicBezTo>
                      <a:pt x="688277" y="2187607"/>
                      <a:pt x="755333" y="2135886"/>
                      <a:pt x="823341" y="2085499"/>
                    </a:cubicBezTo>
                    <a:cubicBezTo>
                      <a:pt x="908685" y="2022253"/>
                      <a:pt x="994791" y="1959197"/>
                      <a:pt x="1089565" y="1911477"/>
                    </a:cubicBezTo>
                    <a:cubicBezTo>
                      <a:pt x="1107662" y="1902428"/>
                      <a:pt x="1126141" y="1894141"/>
                      <a:pt x="1145000" y="1886807"/>
                    </a:cubicBezTo>
                    <a:cubicBezTo>
                      <a:pt x="1218819" y="1858232"/>
                      <a:pt x="1296924" y="1838611"/>
                      <a:pt x="1375791" y="1842135"/>
                    </a:cubicBezTo>
                    <a:cubicBezTo>
                      <a:pt x="1413129" y="1843754"/>
                      <a:pt x="1449896" y="1850422"/>
                      <a:pt x="1486567" y="1857566"/>
                    </a:cubicBezTo>
                    <a:cubicBezTo>
                      <a:pt x="1513618" y="1862804"/>
                      <a:pt x="1540859" y="1867376"/>
                      <a:pt x="1568101" y="1871377"/>
                    </a:cubicBezTo>
                    <a:cubicBezTo>
                      <a:pt x="1648778" y="1883188"/>
                      <a:pt x="1730978" y="1887665"/>
                      <a:pt x="1810607" y="1871377"/>
                    </a:cubicBezTo>
                    <a:cubicBezTo>
                      <a:pt x="1877854" y="1857661"/>
                      <a:pt x="1941100" y="1829086"/>
                      <a:pt x="1997964" y="1790605"/>
                    </a:cubicBezTo>
                    <a:cubicBezTo>
                      <a:pt x="2037302" y="1764030"/>
                      <a:pt x="2073497" y="1733264"/>
                      <a:pt x="2109883" y="1702784"/>
                    </a:cubicBezTo>
                    <a:cubicBezTo>
                      <a:pt x="2176367" y="1647063"/>
                      <a:pt x="2244852" y="1593151"/>
                      <a:pt x="2321433" y="1552384"/>
                    </a:cubicBezTo>
                    <a:cubicBezTo>
                      <a:pt x="2397157" y="1512094"/>
                      <a:pt x="2479548" y="1486281"/>
                      <a:pt x="2558891" y="1453420"/>
                    </a:cubicBezTo>
                    <a:cubicBezTo>
                      <a:pt x="2610898" y="1431798"/>
                      <a:pt x="2661571" y="1407033"/>
                      <a:pt x="2709767" y="1377887"/>
                    </a:cubicBezTo>
                    <a:cubicBezTo>
                      <a:pt x="2774252" y="1338929"/>
                      <a:pt x="2834069" y="1292447"/>
                      <a:pt x="2885408" y="1237393"/>
                    </a:cubicBezTo>
                    <a:cubicBezTo>
                      <a:pt x="2933605" y="1185767"/>
                      <a:pt x="2973324" y="1127093"/>
                      <a:pt x="3017711" y="1072229"/>
                    </a:cubicBezTo>
                    <a:cubicBezTo>
                      <a:pt x="3059811" y="1020223"/>
                      <a:pt x="3105912" y="971645"/>
                      <a:pt x="3150680" y="921830"/>
                    </a:cubicBezTo>
                    <a:cubicBezTo>
                      <a:pt x="3186113" y="882396"/>
                      <a:pt x="3220593" y="842010"/>
                      <a:pt x="3255169" y="801815"/>
                    </a:cubicBezTo>
                    <a:cubicBezTo>
                      <a:pt x="3284887" y="767239"/>
                      <a:pt x="3314605" y="732473"/>
                      <a:pt x="3339275" y="694182"/>
                    </a:cubicBezTo>
                    <a:cubicBezTo>
                      <a:pt x="3368707" y="648367"/>
                      <a:pt x="3390138" y="597980"/>
                      <a:pt x="3409188" y="546926"/>
                    </a:cubicBezTo>
                    <a:cubicBezTo>
                      <a:pt x="3433382" y="482156"/>
                      <a:pt x="3453384" y="415861"/>
                      <a:pt x="3464243" y="347663"/>
                    </a:cubicBezTo>
                    <a:cubicBezTo>
                      <a:pt x="3476244" y="272224"/>
                      <a:pt x="3661696" y="76295"/>
                      <a:pt x="366541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rtl="0"/>
                <a:endParaRPr lang="en-US" noProof="0" dirty="0"/>
              </a:p>
            </p:txBody>
          </p:sp>
          <p:sp>
            <p:nvSpPr>
              <p:cNvPr id="13" name="Freeform: Shape 26">
                <a:extLst>
                  <a:ext uri="{FF2B5EF4-FFF2-40B4-BE49-F238E27FC236}">
                    <a16:creationId xmlns:a16="http://schemas.microsoft.com/office/drawing/2014/main" id="{516BE7FD-A069-8AEE-40A9-1F269525F7CB}"/>
                  </a:ext>
                </a:extLst>
              </p:cNvPr>
              <p:cNvSpPr/>
              <p:nvPr/>
            </p:nvSpPr>
            <p:spPr>
              <a:xfrm>
                <a:off x="7790402" y="5229700"/>
                <a:ext cx="285940" cy="199072"/>
              </a:xfrm>
              <a:custGeom>
                <a:avLst/>
                <a:gdLst>
                  <a:gd name="connsiteX0" fmla="*/ 0 w 285940"/>
                  <a:gd name="connsiteY0" fmla="*/ 199073 h 199072"/>
                  <a:gd name="connsiteX1" fmla="*/ 285940 w 285940"/>
                  <a:gd name="connsiteY1" fmla="*/ 0 h 1990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85940" h="199072">
                    <a:moveTo>
                      <a:pt x="0" y="199073"/>
                    </a:moveTo>
                    <a:cubicBezTo>
                      <a:pt x="0" y="199073"/>
                      <a:pt x="242125" y="39243"/>
                      <a:pt x="28594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rtl="0"/>
                <a:endParaRPr lang="en-US" noProof="0" dirty="0"/>
              </a:p>
            </p:txBody>
          </p:sp>
          <p:sp>
            <p:nvSpPr>
              <p:cNvPr id="14" name="Freeform: Shape 30">
                <a:extLst>
                  <a:ext uri="{FF2B5EF4-FFF2-40B4-BE49-F238E27FC236}">
                    <a16:creationId xmlns:a16="http://schemas.microsoft.com/office/drawing/2014/main" id="{AA1320FC-7DC3-FFF5-F832-D065D7F3F0BD}"/>
                  </a:ext>
                </a:extLst>
              </p:cNvPr>
              <p:cNvSpPr/>
              <p:nvPr/>
            </p:nvSpPr>
            <p:spPr>
              <a:xfrm>
                <a:off x="7393114" y="5049773"/>
                <a:ext cx="655796" cy="381190"/>
              </a:xfrm>
              <a:custGeom>
                <a:avLst/>
                <a:gdLst>
                  <a:gd name="connsiteX0" fmla="*/ 0 w 655796"/>
                  <a:gd name="connsiteY0" fmla="*/ 381190 h 381190"/>
                  <a:gd name="connsiteX1" fmla="*/ 655796 w 655796"/>
                  <a:gd name="connsiteY1" fmla="*/ 0 h 381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55796" h="381190">
                    <a:moveTo>
                      <a:pt x="0" y="381190"/>
                    </a:moveTo>
                    <a:cubicBezTo>
                      <a:pt x="0" y="381190"/>
                      <a:pt x="461105" y="172117"/>
                      <a:pt x="65579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rtl="0"/>
                <a:endParaRPr lang="en-US" noProof="0" dirty="0"/>
              </a:p>
            </p:txBody>
          </p:sp>
          <p:sp>
            <p:nvSpPr>
              <p:cNvPr id="15" name="Freeform: Shape 31">
                <a:extLst>
                  <a:ext uri="{FF2B5EF4-FFF2-40B4-BE49-F238E27FC236}">
                    <a16:creationId xmlns:a16="http://schemas.microsoft.com/office/drawing/2014/main" id="{3B19DAD1-8FA1-2EC0-26E0-10CF718694D3}"/>
                  </a:ext>
                </a:extLst>
              </p:cNvPr>
              <p:cNvSpPr/>
              <p:nvPr/>
            </p:nvSpPr>
            <p:spPr>
              <a:xfrm>
                <a:off x="5154072" y="3867816"/>
                <a:ext cx="2907315" cy="1544764"/>
              </a:xfrm>
              <a:custGeom>
                <a:avLst/>
                <a:gdLst>
                  <a:gd name="connsiteX0" fmla="*/ 0 w 2907315"/>
                  <a:gd name="connsiteY0" fmla="*/ 1544764 h 1544764"/>
                  <a:gd name="connsiteX1" fmla="*/ 201644 w 2907315"/>
                  <a:gd name="connsiteY1" fmla="*/ 1352550 h 1544764"/>
                  <a:gd name="connsiteX2" fmla="*/ 423196 w 2907315"/>
                  <a:gd name="connsiteY2" fmla="*/ 1196054 h 1544764"/>
                  <a:gd name="connsiteX3" fmla="*/ 782193 w 2907315"/>
                  <a:gd name="connsiteY3" fmla="*/ 1099947 h 1544764"/>
                  <a:gd name="connsiteX4" fmla="*/ 1052513 w 2907315"/>
                  <a:gd name="connsiteY4" fmla="*/ 1042321 h 1544764"/>
                  <a:gd name="connsiteX5" fmla="*/ 1311783 w 2907315"/>
                  <a:gd name="connsiteY5" fmla="*/ 1056037 h 1544764"/>
                  <a:gd name="connsiteX6" fmla="*/ 1484662 w 2907315"/>
                  <a:gd name="connsiteY6" fmla="*/ 1083469 h 1544764"/>
                  <a:gd name="connsiteX7" fmla="*/ 1788224 w 2907315"/>
                  <a:gd name="connsiteY7" fmla="*/ 1023080 h 1544764"/>
                  <a:gd name="connsiteX8" fmla="*/ 2269045 w 2907315"/>
                  <a:gd name="connsiteY8" fmla="*/ 734758 h 1544764"/>
                  <a:gd name="connsiteX9" fmla="*/ 2534984 w 2907315"/>
                  <a:gd name="connsiteY9" fmla="*/ 572738 h 1544764"/>
                  <a:gd name="connsiteX10" fmla="*/ 2907316 w 2907315"/>
                  <a:gd name="connsiteY10" fmla="*/ 0 h 154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907315" h="1544764">
                    <a:moveTo>
                      <a:pt x="0" y="1544764"/>
                    </a:moveTo>
                    <a:cubicBezTo>
                      <a:pt x="0" y="1544764"/>
                      <a:pt x="98012" y="1443990"/>
                      <a:pt x="201644" y="1352550"/>
                    </a:cubicBezTo>
                    <a:cubicBezTo>
                      <a:pt x="271272" y="1291209"/>
                      <a:pt x="343662" y="1234249"/>
                      <a:pt x="423196" y="1196054"/>
                    </a:cubicBezTo>
                    <a:cubicBezTo>
                      <a:pt x="537591" y="1141095"/>
                      <a:pt x="661226" y="1127189"/>
                      <a:pt x="782193" y="1099947"/>
                    </a:cubicBezTo>
                    <a:cubicBezTo>
                      <a:pt x="872300" y="1079659"/>
                      <a:pt x="961358" y="1051370"/>
                      <a:pt x="1052513" y="1042321"/>
                    </a:cubicBezTo>
                    <a:cubicBezTo>
                      <a:pt x="1139000" y="1033653"/>
                      <a:pt x="1225868" y="1040321"/>
                      <a:pt x="1311783" y="1056037"/>
                    </a:cubicBezTo>
                    <a:cubicBezTo>
                      <a:pt x="1369314" y="1066609"/>
                      <a:pt x="1426559" y="1079373"/>
                      <a:pt x="1484662" y="1083469"/>
                    </a:cubicBezTo>
                    <a:cubicBezTo>
                      <a:pt x="1587913" y="1090803"/>
                      <a:pt x="1690402" y="1064800"/>
                      <a:pt x="1788224" y="1023080"/>
                    </a:cubicBezTo>
                    <a:cubicBezTo>
                      <a:pt x="1956721" y="951262"/>
                      <a:pt x="2106549" y="825722"/>
                      <a:pt x="2269045" y="734758"/>
                    </a:cubicBezTo>
                    <a:cubicBezTo>
                      <a:pt x="2359438" y="684181"/>
                      <a:pt x="2452497" y="640556"/>
                      <a:pt x="2534984" y="572738"/>
                    </a:cubicBezTo>
                    <a:cubicBezTo>
                      <a:pt x="2673001" y="459391"/>
                      <a:pt x="2847023" y="191453"/>
                      <a:pt x="290731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rtl="0"/>
                <a:endParaRPr lang="en-US" noProof="0" dirty="0"/>
              </a:p>
            </p:txBody>
          </p:sp>
          <p:sp>
            <p:nvSpPr>
              <p:cNvPr id="16" name="Freeform: Shape 32">
                <a:extLst>
                  <a:ext uri="{FF2B5EF4-FFF2-40B4-BE49-F238E27FC236}">
                    <a16:creationId xmlns:a16="http://schemas.microsoft.com/office/drawing/2014/main" id="{01713054-80A0-F251-23CE-6EC15BA98524}"/>
                  </a:ext>
                </a:extLst>
              </p:cNvPr>
              <p:cNvSpPr/>
              <p:nvPr/>
            </p:nvSpPr>
            <p:spPr>
              <a:xfrm>
                <a:off x="4907946" y="3479100"/>
                <a:ext cx="3168300" cy="1952434"/>
              </a:xfrm>
              <a:custGeom>
                <a:avLst/>
                <a:gdLst>
                  <a:gd name="connsiteX0" fmla="*/ 0 w 3168300"/>
                  <a:gd name="connsiteY0" fmla="*/ 1952435 h 1952434"/>
                  <a:gd name="connsiteX1" fmla="*/ 202121 w 3168300"/>
                  <a:gd name="connsiteY1" fmla="*/ 1687068 h 1952434"/>
                  <a:gd name="connsiteX2" fmla="*/ 545116 w 3168300"/>
                  <a:gd name="connsiteY2" fmla="*/ 1450277 h 1952434"/>
                  <a:gd name="connsiteX3" fmla="*/ 906780 w 3168300"/>
                  <a:gd name="connsiteY3" fmla="*/ 1354455 h 1952434"/>
                  <a:gd name="connsiteX4" fmla="*/ 1332262 w 3168300"/>
                  <a:gd name="connsiteY4" fmla="*/ 1285304 h 1952434"/>
                  <a:gd name="connsiteX5" fmla="*/ 1691259 w 3168300"/>
                  <a:gd name="connsiteY5" fmla="*/ 1240060 h 1952434"/>
                  <a:gd name="connsiteX6" fmla="*/ 2010346 w 3168300"/>
                  <a:gd name="connsiteY6" fmla="*/ 1141667 h 1952434"/>
                  <a:gd name="connsiteX7" fmla="*/ 2393252 w 3168300"/>
                  <a:gd name="connsiteY7" fmla="*/ 1027271 h 1952434"/>
                  <a:gd name="connsiteX8" fmla="*/ 2582037 w 3168300"/>
                  <a:gd name="connsiteY8" fmla="*/ 958120 h 1952434"/>
                  <a:gd name="connsiteX9" fmla="*/ 2760155 w 3168300"/>
                  <a:gd name="connsiteY9" fmla="*/ 827723 h 1952434"/>
                  <a:gd name="connsiteX10" fmla="*/ 2914364 w 3168300"/>
                  <a:gd name="connsiteY10" fmla="*/ 567023 h 1952434"/>
                  <a:gd name="connsiteX11" fmla="*/ 3168301 w 3168300"/>
                  <a:gd name="connsiteY11" fmla="*/ 0 h 1952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168300" h="1952434">
                    <a:moveTo>
                      <a:pt x="0" y="1952435"/>
                    </a:moveTo>
                    <a:cubicBezTo>
                      <a:pt x="0" y="1952435"/>
                      <a:pt x="91059" y="1796415"/>
                      <a:pt x="202121" y="1687068"/>
                    </a:cubicBezTo>
                    <a:cubicBezTo>
                      <a:pt x="301943" y="1588675"/>
                      <a:pt x="416528" y="1505617"/>
                      <a:pt x="545116" y="1450277"/>
                    </a:cubicBezTo>
                    <a:cubicBezTo>
                      <a:pt x="659987" y="1400747"/>
                      <a:pt x="783622" y="1377601"/>
                      <a:pt x="906780" y="1354455"/>
                    </a:cubicBezTo>
                    <a:cubicBezTo>
                      <a:pt x="1048036" y="1327976"/>
                      <a:pt x="1189482" y="1301972"/>
                      <a:pt x="1332262" y="1285304"/>
                    </a:cubicBezTo>
                    <a:cubicBezTo>
                      <a:pt x="1452182" y="1271302"/>
                      <a:pt x="1573340" y="1265873"/>
                      <a:pt x="1691259" y="1240060"/>
                    </a:cubicBezTo>
                    <a:cubicBezTo>
                      <a:pt x="1800035" y="1216247"/>
                      <a:pt x="1904619" y="1176718"/>
                      <a:pt x="2010346" y="1141667"/>
                    </a:cubicBezTo>
                    <a:cubicBezTo>
                      <a:pt x="2136743" y="1099661"/>
                      <a:pt x="2265902" y="1066229"/>
                      <a:pt x="2393252" y="1027271"/>
                    </a:cubicBezTo>
                    <a:cubicBezTo>
                      <a:pt x="2457450" y="1007650"/>
                      <a:pt x="2521744" y="987552"/>
                      <a:pt x="2582037" y="958120"/>
                    </a:cubicBezTo>
                    <a:cubicBezTo>
                      <a:pt x="2648807" y="925449"/>
                      <a:pt x="2710815" y="883349"/>
                      <a:pt x="2760155" y="827723"/>
                    </a:cubicBezTo>
                    <a:cubicBezTo>
                      <a:pt x="2827496" y="751904"/>
                      <a:pt x="2867978" y="657511"/>
                      <a:pt x="2914364" y="567023"/>
                    </a:cubicBezTo>
                    <a:cubicBezTo>
                      <a:pt x="2972753" y="453200"/>
                      <a:pt x="3119152" y="118015"/>
                      <a:pt x="316830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rtl="0"/>
                <a:endParaRPr lang="en-US" noProof="0" dirty="0"/>
              </a:p>
            </p:txBody>
          </p:sp>
          <p:sp>
            <p:nvSpPr>
              <p:cNvPr id="17" name="Freeform: Shape 36">
                <a:extLst>
                  <a:ext uri="{FF2B5EF4-FFF2-40B4-BE49-F238E27FC236}">
                    <a16:creationId xmlns:a16="http://schemas.microsoft.com/office/drawing/2014/main" id="{67EE807A-C6CE-4AA4-7E0A-7365647ACD8A}"/>
                  </a:ext>
                </a:extLst>
              </p:cNvPr>
              <p:cNvSpPr/>
              <p:nvPr/>
            </p:nvSpPr>
            <p:spPr>
              <a:xfrm>
                <a:off x="4704778" y="2976752"/>
                <a:ext cx="3356800" cy="2452020"/>
              </a:xfrm>
              <a:custGeom>
                <a:avLst/>
                <a:gdLst>
                  <a:gd name="connsiteX0" fmla="*/ 0 w 3356800"/>
                  <a:gd name="connsiteY0" fmla="*/ 2452021 h 2452020"/>
                  <a:gd name="connsiteX1" fmla="*/ 130874 w 3356800"/>
                  <a:gd name="connsiteY1" fmla="*/ 2247710 h 2452020"/>
                  <a:gd name="connsiteX2" fmla="*/ 437197 w 3356800"/>
                  <a:gd name="connsiteY2" fmla="*/ 1941195 h 2452020"/>
                  <a:gd name="connsiteX3" fmla="*/ 737140 w 3356800"/>
                  <a:gd name="connsiteY3" fmla="*/ 1736884 h 2452020"/>
                  <a:gd name="connsiteX4" fmla="*/ 1031843 w 3356800"/>
                  <a:gd name="connsiteY4" fmla="*/ 1685068 h 2452020"/>
                  <a:gd name="connsiteX5" fmla="*/ 1287304 w 3356800"/>
                  <a:gd name="connsiteY5" fmla="*/ 1655826 h 2452020"/>
                  <a:gd name="connsiteX6" fmla="*/ 1471994 w 3356800"/>
                  <a:gd name="connsiteY6" fmla="*/ 1634300 h 2452020"/>
                  <a:gd name="connsiteX7" fmla="*/ 1898237 w 3356800"/>
                  <a:gd name="connsiteY7" fmla="*/ 1512665 h 2452020"/>
                  <a:gd name="connsiteX8" fmla="*/ 2229136 w 3356800"/>
                  <a:gd name="connsiteY8" fmla="*/ 1355598 h 2452020"/>
                  <a:gd name="connsiteX9" fmla="*/ 2512314 w 3356800"/>
                  <a:gd name="connsiteY9" fmla="*/ 1238631 h 2452020"/>
                  <a:gd name="connsiteX10" fmla="*/ 2758535 w 3356800"/>
                  <a:gd name="connsiteY10" fmla="*/ 1096994 h 2452020"/>
                  <a:gd name="connsiteX11" fmla="*/ 2935510 w 3356800"/>
                  <a:gd name="connsiteY11" fmla="*/ 919925 h 2452020"/>
                  <a:gd name="connsiteX12" fmla="*/ 3081719 w 3356800"/>
                  <a:gd name="connsiteY12" fmla="*/ 687419 h 2452020"/>
                  <a:gd name="connsiteX13" fmla="*/ 3356800 w 3356800"/>
                  <a:gd name="connsiteY13" fmla="*/ 0 h 24520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356800" h="2452020">
                    <a:moveTo>
                      <a:pt x="0" y="2452021"/>
                    </a:moveTo>
                    <a:cubicBezTo>
                      <a:pt x="0" y="2452021"/>
                      <a:pt x="57150" y="2344198"/>
                      <a:pt x="130874" y="2247710"/>
                    </a:cubicBezTo>
                    <a:cubicBezTo>
                      <a:pt x="218694" y="2132648"/>
                      <a:pt x="328136" y="2036635"/>
                      <a:pt x="437197" y="1941195"/>
                    </a:cubicBezTo>
                    <a:cubicBezTo>
                      <a:pt x="529304" y="1860709"/>
                      <a:pt x="623030" y="1779556"/>
                      <a:pt x="737140" y="1736884"/>
                    </a:cubicBezTo>
                    <a:cubicBezTo>
                      <a:pt x="830866" y="1701736"/>
                      <a:pt x="932021" y="1695450"/>
                      <a:pt x="1031843" y="1685068"/>
                    </a:cubicBezTo>
                    <a:cubicBezTo>
                      <a:pt x="1117092" y="1676210"/>
                      <a:pt x="1202055" y="1665160"/>
                      <a:pt x="1287304" y="1655826"/>
                    </a:cubicBezTo>
                    <a:cubicBezTo>
                      <a:pt x="1348931" y="1649063"/>
                      <a:pt x="1410653" y="1643539"/>
                      <a:pt x="1471994" y="1634300"/>
                    </a:cubicBezTo>
                    <a:cubicBezTo>
                      <a:pt x="1618679" y="1612011"/>
                      <a:pt x="1761935" y="1571149"/>
                      <a:pt x="1898237" y="1512665"/>
                    </a:cubicBezTo>
                    <a:cubicBezTo>
                      <a:pt x="2010442" y="1464564"/>
                      <a:pt x="2117503" y="1405128"/>
                      <a:pt x="2229136" y="1355598"/>
                    </a:cubicBezTo>
                    <a:cubicBezTo>
                      <a:pt x="2322481" y="1314164"/>
                      <a:pt x="2418969" y="1280160"/>
                      <a:pt x="2512314" y="1238631"/>
                    </a:cubicBezTo>
                    <a:cubicBezTo>
                      <a:pt x="2599087" y="1199960"/>
                      <a:pt x="2683193" y="1154811"/>
                      <a:pt x="2758535" y="1096994"/>
                    </a:cubicBezTo>
                    <a:cubicBezTo>
                      <a:pt x="2825020" y="1046035"/>
                      <a:pt x="2883789" y="985837"/>
                      <a:pt x="2935510" y="919925"/>
                    </a:cubicBezTo>
                    <a:cubicBezTo>
                      <a:pt x="2992184" y="847725"/>
                      <a:pt x="3039904" y="769144"/>
                      <a:pt x="3081719" y="687419"/>
                    </a:cubicBezTo>
                    <a:cubicBezTo>
                      <a:pt x="3138297" y="576739"/>
                      <a:pt x="3314129" y="116776"/>
                      <a:pt x="335680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rtl="0"/>
                <a:endParaRPr lang="en-US" noProof="0" dirty="0"/>
              </a:p>
            </p:txBody>
          </p:sp>
        </p:grpSp>
        <p:sp>
          <p:nvSpPr>
            <p:cNvPr id="10" name="Freeform: Shape 23">
              <a:extLst>
                <a:ext uri="{FF2B5EF4-FFF2-40B4-BE49-F238E27FC236}">
                  <a16:creationId xmlns:a16="http://schemas.microsoft.com/office/drawing/2014/main" id="{0A5ACDEC-DD52-7136-650B-7390C0FBA0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980400" y="5197178"/>
              <a:ext cx="4211600" cy="1660822"/>
            </a:xfrm>
            <a:custGeom>
              <a:avLst/>
              <a:gdLst>
                <a:gd name="connsiteX0" fmla="*/ 4211600 w 4211600"/>
                <a:gd name="connsiteY0" fmla="*/ 0 h 1660822"/>
                <a:gd name="connsiteX1" fmla="*/ 4211600 w 4211600"/>
                <a:gd name="connsiteY1" fmla="*/ 58430 h 1660822"/>
                <a:gd name="connsiteX2" fmla="*/ 4136524 w 4211600"/>
                <a:gd name="connsiteY2" fmla="*/ 208808 h 1660822"/>
                <a:gd name="connsiteX3" fmla="*/ 3973354 w 4211600"/>
                <a:gd name="connsiteY3" fmla="*/ 437313 h 1660822"/>
                <a:gd name="connsiteX4" fmla="*/ 3884746 w 4211600"/>
                <a:gd name="connsiteY4" fmla="*/ 553613 h 1660822"/>
                <a:gd name="connsiteX5" fmla="*/ 3849435 w 4211600"/>
                <a:gd name="connsiteY5" fmla="*/ 603143 h 1660822"/>
                <a:gd name="connsiteX6" fmla="*/ 3661849 w 4211600"/>
                <a:gd name="connsiteY6" fmla="*/ 819075 h 1660822"/>
                <a:gd name="connsiteX7" fmla="*/ 3402589 w 4211600"/>
                <a:gd name="connsiteY7" fmla="*/ 952996 h 1660822"/>
                <a:gd name="connsiteX8" fmla="*/ 3130202 w 4211600"/>
                <a:gd name="connsiteY8" fmla="*/ 1023386 h 1660822"/>
                <a:gd name="connsiteX9" fmla="*/ 2914657 w 4211600"/>
                <a:gd name="connsiteY9" fmla="*/ 1068058 h 1660822"/>
                <a:gd name="connsiteX10" fmla="*/ 2582149 w 4211600"/>
                <a:gd name="connsiteY10" fmla="*/ 1138924 h 1660822"/>
                <a:gd name="connsiteX11" fmla="*/ 2483958 w 4211600"/>
                <a:gd name="connsiteY11" fmla="*/ 1162356 h 1660822"/>
                <a:gd name="connsiteX12" fmla="*/ 2123750 w 4211600"/>
                <a:gd name="connsiteY12" fmla="*/ 1238651 h 1660822"/>
                <a:gd name="connsiteX13" fmla="*/ 1761444 w 4211600"/>
                <a:gd name="connsiteY13" fmla="*/ 1273417 h 1660822"/>
                <a:gd name="connsiteX14" fmla="*/ 1608382 w 4211600"/>
                <a:gd name="connsiteY14" fmla="*/ 1284466 h 1660822"/>
                <a:gd name="connsiteX15" fmla="*/ 999942 w 4211600"/>
                <a:gd name="connsiteY15" fmla="*/ 1354284 h 1660822"/>
                <a:gd name="connsiteX16" fmla="*/ 484705 w 4211600"/>
                <a:gd name="connsiteY16" fmla="*/ 1450487 h 1660822"/>
                <a:gd name="connsiteX17" fmla="*/ 113310 w 4211600"/>
                <a:gd name="connsiteY17" fmla="*/ 1613700 h 1660822"/>
                <a:gd name="connsiteX18" fmla="*/ 39668 w 4211600"/>
                <a:gd name="connsiteY18" fmla="*/ 1660822 h 1660822"/>
                <a:gd name="connsiteX19" fmla="*/ 0 w 4211600"/>
                <a:gd name="connsiteY19" fmla="*/ 1660822 h 1660822"/>
                <a:gd name="connsiteX20" fmla="*/ 96701 w 4211600"/>
                <a:gd name="connsiteY20" fmla="*/ 1598934 h 1660822"/>
                <a:gd name="connsiteX21" fmla="*/ 474335 w 4211600"/>
                <a:gd name="connsiteY21" fmla="*/ 1433056 h 1660822"/>
                <a:gd name="connsiteX22" fmla="*/ 994299 w 4211600"/>
                <a:gd name="connsiteY22" fmla="*/ 1335806 h 1660822"/>
                <a:gd name="connsiteX23" fmla="*/ 1605231 w 4211600"/>
                <a:gd name="connsiteY23" fmla="*/ 1265702 h 1660822"/>
                <a:gd name="connsiteX24" fmla="*/ 1758819 w 4211600"/>
                <a:gd name="connsiteY24" fmla="*/ 1254558 h 1660822"/>
                <a:gd name="connsiteX25" fmla="*/ 2118106 w 4211600"/>
                <a:gd name="connsiteY25" fmla="*/ 1220077 h 1660822"/>
                <a:gd name="connsiteX26" fmla="*/ 2475557 w 4211600"/>
                <a:gd name="connsiteY26" fmla="*/ 1144353 h 1660822"/>
                <a:gd name="connsiteX27" fmla="*/ 2573878 w 4211600"/>
                <a:gd name="connsiteY27" fmla="*/ 1120827 h 1660822"/>
                <a:gd name="connsiteX28" fmla="*/ 2907437 w 4211600"/>
                <a:gd name="connsiteY28" fmla="*/ 1049675 h 1660822"/>
                <a:gd name="connsiteX29" fmla="*/ 3122589 w 4211600"/>
                <a:gd name="connsiteY29" fmla="*/ 1005098 h 1660822"/>
                <a:gd name="connsiteX30" fmla="*/ 3391169 w 4211600"/>
                <a:gd name="connsiteY30" fmla="*/ 935756 h 1660822"/>
                <a:gd name="connsiteX31" fmla="*/ 3642290 w 4211600"/>
                <a:gd name="connsiteY31" fmla="*/ 806216 h 1660822"/>
                <a:gd name="connsiteX32" fmla="*/ 3825937 w 4211600"/>
                <a:gd name="connsiteY32" fmla="*/ 594475 h 1660822"/>
                <a:gd name="connsiteX33" fmla="*/ 3861381 w 4211600"/>
                <a:gd name="connsiteY33" fmla="*/ 544755 h 1660822"/>
                <a:gd name="connsiteX34" fmla="*/ 3950381 w 4211600"/>
                <a:gd name="connsiteY34" fmla="*/ 427978 h 1660822"/>
                <a:gd name="connsiteX35" fmla="*/ 4112370 w 4211600"/>
                <a:gd name="connsiteY35" fmla="*/ 201378 h 1660822"/>
                <a:gd name="connsiteX36" fmla="*/ 4195989 w 4211600"/>
                <a:gd name="connsiteY36" fmla="*/ 33834 h 1660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4211600" h="1660822">
                  <a:moveTo>
                    <a:pt x="4211600" y="0"/>
                  </a:moveTo>
                  <a:lnTo>
                    <a:pt x="4211600" y="58430"/>
                  </a:lnTo>
                  <a:lnTo>
                    <a:pt x="4136524" y="208808"/>
                  </a:lnTo>
                  <a:cubicBezTo>
                    <a:pt x="4089791" y="287770"/>
                    <a:pt x="4030588" y="363780"/>
                    <a:pt x="3973354" y="437313"/>
                  </a:cubicBezTo>
                  <a:cubicBezTo>
                    <a:pt x="3943819" y="475222"/>
                    <a:pt x="3913231" y="514465"/>
                    <a:pt x="3884746" y="553613"/>
                  </a:cubicBezTo>
                  <a:cubicBezTo>
                    <a:pt x="3872801" y="569996"/>
                    <a:pt x="3861119" y="586569"/>
                    <a:pt x="3849435" y="603143"/>
                  </a:cubicBezTo>
                  <a:cubicBezTo>
                    <a:pt x="3796665" y="678009"/>
                    <a:pt x="3742187" y="755352"/>
                    <a:pt x="3661849" y="819075"/>
                  </a:cubicBezTo>
                  <a:cubicBezTo>
                    <a:pt x="3596214" y="871176"/>
                    <a:pt x="3509050" y="916230"/>
                    <a:pt x="3402589" y="952996"/>
                  </a:cubicBezTo>
                  <a:cubicBezTo>
                    <a:pt x="3312406" y="984048"/>
                    <a:pt x="3215660" y="1005003"/>
                    <a:pt x="3130202" y="1023386"/>
                  </a:cubicBezTo>
                  <a:cubicBezTo>
                    <a:pt x="3058529" y="1038816"/>
                    <a:pt x="2985412" y="1053675"/>
                    <a:pt x="2914657" y="1068058"/>
                  </a:cubicBezTo>
                  <a:cubicBezTo>
                    <a:pt x="2805176" y="1090251"/>
                    <a:pt x="2692021" y="1113207"/>
                    <a:pt x="2582149" y="1138924"/>
                  </a:cubicBezTo>
                  <a:cubicBezTo>
                    <a:pt x="2549330" y="1146639"/>
                    <a:pt x="2516644" y="1154450"/>
                    <a:pt x="2483958" y="1162356"/>
                  </a:cubicBezTo>
                  <a:cubicBezTo>
                    <a:pt x="2367257" y="1190550"/>
                    <a:pt x="2246621" y="1219601"/>
                    <a:pt x="2123750" y="1238651"/>
                  </a:cubicBezTo>
                  <a:cubicBezTo>
                    <a:pt x="2004294" y="1257129"/>
                    <a:pt x="1880769" y="1265416"/>
                    <a:pt x="1761444" y="1273417"/>
                  </a:cubicBezTo>
                  <a:cubicBezTo>
                    <a:pt x="1711167" y="1276751"/>
                    <a:pt x="1659184" y="1280275"/>
                    <a:pt x="1608382" y="1284466"/>
                  </a:cubicBezTo>
                  <a:cubicBezTo>
                    <a:pt x="1408589" y="1300944"/>
                    <a:pt x="1214570" y="1325805"/>
                    <a:pt x="999942" y="1354284"/>
                  </a:cubicBezTo>
                  <a:cubicBezTo>
                    <a:pt x="826403" y="1377240"/>
                    <a:pt x="647744" y="1400957"/>
                    <a:pt x="484705" y="1450487"/>
                  </a:cubicBezTo>
                  <a:cubicBezTo>
                    <a:pt x="355831" y="1489635"/>
                    <a:pt x="231387" y="1544374"/>
                    <a:pt x="113310" y="1613700"/>
                  </a:cubicBezTo>
                  <a:lnTo>
                    <a:pt x="39668" y="1660822"/>
                  </a:lnTo>
                  <a:lnTo>
                    <a:pt x="0" y="1660822"/>
                  </a:lnTo>
                  <a:lnTo>
                    <a:pt x="96701" y="1598934"/>
                  </a:lnTo>
                  <a:cubicBezTo>
                    <a:pt x="216635" y="1528533"/>
                    <a:pt x="343196" y="1472919"/>
                    <a:pt x="474335" y="1433056"/>
                  </a:cubicBezTo>
                  <a:cubicBezTo>
                    <a:pt x="639999" y="1382669"/>
                    <a:pt x="820102" y="1358856"/>
                    <a:pt x="994299" y="1335806"/>
                  </a:cubicBezTo>
                  <a:cubicBezTo>
                    <a:pt x="1210239" y="1307231"/>
                    <a:pt x="1404650" y="1282275"/>
                    <a:pt x="1605231" y="1265702"/>
                  </a:cubicBezTo>
                  <a:cubicBezTo>
                    <a:pt x="1656428" y="1261511"/>
                    <a:pt x="1708411" y="1257987"/>
                    <a:pt x="1758819" y="1254558"/>
                  </a:cubicBezTo>
                  <a:cubicBezTo>
                    <a:pt x="1877487" y="1246557"/>
                    <a:pt x="2000094" y="1238365"/>
                    <a:pt x="2118106" y="1220077"/>
                  </a:cubicBezTo>
                  <a:cubicBezTo>
                    <a:pt x="2239531" y="1201313"/>
                    <a:pt x="2359513" y="1172357"/>
                    <a:pt x="2475557" y="1144353"/>
                  </a:cubicBezTo>
                  <a:cubicBezTo>
                    <a:pt x="2508243" y="1136448"/>
                    <a:pt x="2541060" y="1128542"/>
                    <a:pt x="2573878" y="1120827"/>
                  </a:cubicBezTo>
                  <a:cubicBezTo>
                    <a:pt x="2684276" y="1094919"/>
                    <a:pt x="2797694" y="1071963"/>
                    <a:pt x="2907437" y="1049675"/>
                  </a:cubicBezTo>
                  <a:cubicBezTo>
                    <a:pt x="2978061" y="1035387"/>
                    <a:pt x="3051178" y="1020528"/>
                    <a:pt x="3122589" y="1005098"/>
                  </a:cubicBezTo>
                  <a:cubicBezTo>
                    <a:pt x="3206997" y="986810"/>
                    <a:pt x="3302823" y="966141"/>
                    <a:pt x="3391169" y="935756"/>
                  </a:cubicBezTo>
                  <a:cubicBezTo>
                    <a:pt x="3494479" y="900132"/>
                    <a:pt x="3578886" y="856508"/>
                    <a:pt x="3642290" y="806216"/>
                  </a:cubicBezTo>
                  <a:cubicBezTo>
                    <a:pt x="3720133" y="744303"/>
                    <a:pt x="3773953" y="668103"/>
                    <a:pt x="3825937" y="594475"/>
                  </a:cubicBezTo>
                  <a:cubicBezTo>
                    <a:pt x="3837621" y="577902"/>
                    <a:pt x="3849435" y="561233"/>
                    <a:pt x="3861381" y="544755"/>
                  </a:cubicBezTo>
                  <a:cubicBezTo>
                    <a:pt x="3889997" y="505416"/>
                    <a:pt x="3920715" y="465983"/>
                    <a:pt x="3950381" y="427978"/>
                  </a:cubicBezTo>
                  <a:cubicBezTo>
                    <a:pt x="4007353" y="354921"/>
                    <a:pt x="4066163" y="279388"/>
                    <a:pt x="4112370" y="201378"/>
                  </a:cubicBezTo>
                  <a:cubicBezTo>
                    <a:pt x="4144662" y="146800"/>
                    <a:pt x="4170785" y="89364"/>
                    <a:pt x="4195989" y="3383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rtl="0"/>
              <a:endParaRPr lang="en-US" noProof="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14400"/>
            <a:ext cx="10963656" cy="914400"/>
          </a:xfrm>
        </p:spPr>
        <p:txBody>
          <a:bodyPr anchor="t" anchorCtr="0">
            <a:normAutofit/>
          </a:bodyPr>
          <a:lstStyle>
            <a:lvl1pPr>
              <a:defRPr sz="24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813049-5F46-053E-6279-8183259649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8640" y="2286000"/>
            <a:ext cx="3108960" cy="3291840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423FEB60-8FB5-7F10-EDD7-8AB4B3139EF6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4197096" y="2286000"/>
            <a:ext cx="7315200" cy="341071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noProof="0"/>
              <a:t>Click icon to add table</a:t>
            </a:r>
            <a:endParaRPr lang="en-US" noProof="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8640" y="6356350"/>
            <a:ext cx="2743200" cy="365125"/>
          </a:xfrm>
        </p:spPr>
        <p:txBody>
          <a:bodyPr/>
          <a:lstStyle/>
          <a:p>
            <a:r>
              <a:rPr lang="en-US" noProof="0" dirty="0"/>
              <a:t>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7096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noProof="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6476" y="6356350"/>
            <a:ext cx="845820" cy="365125"/>
          </a:xfrm>
        </p:spPr>
        <p:txBody>
          <a:bodyPr/>
          <a:lstStyle/>
          <a:p>
            <a:fld id="{CBD12358-51D2-46B3-9BDE-DF29528B9454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953792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14400"/>
            <a:ext cx="10972800" cy="914400"/>
          </a:xfrm>
        </p:spPr>
        <p:txBody>
          <a:bodyPr anchor="t" anchorCtr="0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0CEAFE70-86D3-8690-31CA-F9A1FBA494D0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548640" y="2286000"/>
            <a:ext cx="11091672" cy="3346704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8640" y="6356350"/>
            <a:ext cx="2743200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94492" y="6356350"/>
            <a:ext cx="84582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2877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Bottom Right">
            <a:extLst>
              <a:ext uri="{FF2B5EF4-FFF2-40B4-BE49-F238E27FC236}">
                <a16:creationId xmlns:a16="http://schemas.microsoft.com/office/drawing/2014/main" id="{0E5E4AF1-5C64-AF7D-3DCF-67FF6202AF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620000" y="4222592"/>
            <a:ext cx="4572000" cy="2635408"/>
            <a:chOff x="7980400" y="3276601"/>
            <a:chExt cx="4211600" cy="3581399"/>
          </a:xfrm>
        </p:grpSpPr>
        <p:grpSp>
          <p:nvGrpSpPr>
            <p:cNvPr id="3" name="Graphic 157">
              <a:extLst>
                <a:ext uri="{FF2B5EF4-FFF2-40B4-BE49-F238E27FC236}">
                  <a16:creationId xmlns:a16="http://schemas.microsoft.com/office/drawing/2014/main" id="{3504D9AC-A56D-26E2-7628-FCA2056444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2740" y="3276601"/>
              <a:ext cx="3529260" cy="3581397"/>
              <a:chOff x="4114800" y="1423987"/>
              <a:chExt cx="3961542" cy="4007547"/>
            </a:xfrm>
            <a:noFill/>
          </p:grpSpPr>
          <p:sp>
            <p:nvSpPr>
              <p:cNvPr id="9" name="Freeform: Shape 24">
                <a:extLst>
                  <a:ext uri="{FF2B5EF4-FFF2-40B4-BE49-F238E27FC236}">
                    <a16:creationId xmlns:a16="http://schemas.microsoft.com/office/drawing/2014/main" id="{3A60F7DC-D428-2691-2024-FDC0A8F1D7FC}"/>
                  </a:ext>
                </a:extLst>
              </p:cNvPr>
              <p:cNvSpPr/>
              <p:nvPr/>
            </p:nvSpPr>
            <p:spPr>
              <a:xfrm>
                <a:off x="4114800" y="1423987"/>
                <a:ext cx="3946874" cy="3989641"/>
              </a:xfrm>
              <a:custGeom>
                <a:avLst/>
                <a:gdLst>
                  <a:gd name="connsiteX0" fmla="*/ 0 w 3946874"/>
                  <a:gd name="connsiteY0" fmla="*/ 3989641 h 3989641"/>
                  <a:gd name="connsiteX1" fmla="*/ 79439 w 3946874"/>
                  <a:gd name="connsiteY1" fmla="*/ 3891153 h 3989641"/>
                  <a:gd name="connsiteX2" fmla="*/ 297371 w 3946874"/>
                  <a:gd name="connsiteY2" fmla="*/ 3626930 h 3989641"/>
                  <a:gd name="connsiteX3" fmla="*/ 454343 w 3946874"/>
                  <a:gd name="connsiteY3" fmla="*/ 3440335 h 3989641"/>
                  <a:gd name="connsiteX4" fmla="*/ 622363 w 3946874"/>
                  <a:gd name="connsiteY4" fmla="*/ 3290697 h 3989641"/>
                  <a:gd name="connsiteX5" fmla="*/ 927068 w 3946874"/>
                  <a:gd name="connsiteY5" fmla="*/ 3087434 h 3989641"/>
                  <a:gd name="connsiteX6" fmla="*/ 1176338 w 3946874"/>
                  <a:gd name="connsiteY6" fmla="*/ 2915603 h 3989641"/>
                  <a:gd name="connsiteX7" fmla="*/ 1394270 w 3946874"/>
                  <a:gd name="connsiteY7" fmla="*/ 2780729 h 3989641"/>
                  <a:gd name="connsiteX8" fmla="*/ 1601057 w 3946874"/>
                  <a:gd name="connsiteY8" fmla="*/ 2723483 h 3989641"/>
                  <a:gd name="connsiteX9" fmla="*/ 1756220 w 3946874"/>
                  <a:gd name="connsiteY9" fmla="*/ 2743772 h 3989641"/>
                  <a:gd name="connsiteX10" fmla="*/ 1889189 w 3946874"/>
                  <a:gd name="connsiteY10" fmla="*/ 2765965 h 3989641"/>
                  <a:gd name="connsiteX11" fmla="*/ 2007394 w 3946874"/>
                  <a:gd name="connsiteY11" fmla="*/ 2765965 h 3989641"/>
                  <a:gd name="connsiteX12" fmla="*/ 2184654 w 3946874"/>
                  <a:gd name="connsiteY12" fmla="*/ 2671763 h 3989641"/>
                  <a:gd name="connsiteX13" fmla="*/ 2372773 w 3946874"/>
                  <a:gd name="connsiteY13" fmla="*/ 2538984 h 3989641"/>
                  <a:gd name="connsiteX14" fmla="*/ 2439543 w 3946874"/>
                  <a:gd name="connsiteY14" fmla="*/ 2510504 h 3989641"/>
                  <a:gd name="connsiteX15" fmla="*/ 2650617 w 3946874"/>
                  <a:gd name="connsiteY15" fmla="*/ 2434781 h 3989641"/>
                  <a:gd name="connsiteX16" fmla="*/ 2785110 w 3946874"/>
                  <a:gd name="connsiteY16" fmla="*/ 2383060 h 3989641"/>
                  <a:gd name="connsiteX17" fmla="*/ 2897315 w 3946874"/>
                  <a:gd name="connsiteY17" fmla="*/ 2318861 h 3989641"/>
                  <a:gd name="connsiteX18" fmla="*/ 2997994 w 3946874"/>
                  <a:gd name="connsiteY18" fmla="*/ 2226183 h 3989641"/>
                  <a:gd name="connsiteX19" fmla="*/ 3061240 w 3946874"/>
                  <a:gd name="connsiteY19" fmla="*/ 2141506 h 3989641"/>
                  <a:gd name="connsiteX20" fmla="*/ 3152108 w 3946874"/>
                  <a:gd name="connsiteY20" fmla="*/ 2005203 h 3989641"/>
                  <a:gd name="connsiteX21" fmla="*/ 3274124 w 3946874"/>
                  <a:gd name="connsiteY21" fmla="*/ 1871567 h 3989641"/>
                  <a:gd name="connsiteX22" fmla="*/ 3388138 w 3946874"/>
                  <a:gd name="connsiteY22" fmla="*/ 1770888 h 3989641"/>
                  <a:gd name="connsiteX23" fmla="*/ 3466529 w 3946874"/>
                  <a:gd name="connsiteY23" fmla="*/ 1679162 h 3989641"/>
                  <a:gd name="connsiteX24" fmla="*/ 3538633 w 3946874"/>
                  <a:gd name="connsiteY24" fmla="*/ 1551718 h 3989641"/>
                  <a:gd name="connsiteX25" fmla="*/ 3588544 w 3946874"/>
                  <a:gd name="connsiteY25" fmla="*/ 1376172 h 3989641"/>
                  <a:gd name="connsiteX26" fmla="*/ 3597402 w 3946874"/>
                  <a:gd name="connsiteY26" fmla="*/ 1293305 h 3989641"/>
                  <a:gd name="connsiteX27" fmla="*/ 3721227 w 3946874"/>
                  <a:gd name="connsiteY27" fmla="*/ 880491 h 3989641"/>
                  <a:gd name="connsiteX28" fmla="*/ 3761137 w 3946874"/>
                  <a:gd name="connsiteY28" fmla="*/ 463677 h 3989641"/>
                  <a:gd name="connsiteX29" fmla="*/ 3946874 w 3946874"/>
                  <a:gd name="connsiteY29" fmla="*/ 0 h 39896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3946874" h="3989641">
                    <a:moveTo>
                      <a:pt x="0" y="3989641"/>
                    </a:moveTo>
                    <a:cubicBezTo>
                      <a:pt x="19050" y="3957257"/>
                      <a:pt x="50959" y="3916013"/>
                      <a:pt x="79439" y="3891153"/>
                    </a:cubicBezTo>
                    <a:cubicBezTo>
                      <a:pt x="165544" y="3815906"/>
                      <a:pt x="227933" y="3717989"/>
                      <a:pt x="297371" y="3626930"/>
                    </a:cubicBezTo>
                    <a:cubicBezTo>
                      <a:pt x="346615" y="3562255"/>
                      <a:pt x="398050" y="3499009"/>
                      <a:pt x="454343" y="3440335"/>
                    </a:cubicBezTo>
                    <a:cubicBezTo>
                      <a:pt x="506349" y="3386042"/>
                      <a:pt x="562642" y="3336227"/>
                      <a:pt x="622363" y="3290697"/>
                    </a:cubicBezTo>
                    <a:cubicBezTo>
                      <a:pt x="719519" y="3216688"/>
                      <a:pt x="824960" y="3154585"/>
                      <a:pt x="927068" y="3087434"/>
                    </a:cubicBezTo>
                    <a:cubicBezTo>
                      <a:pt x="1011365" y="3031998"/>
                      <a:pt x="1093565" y="2973324"/>
                      <a:pt x="1176338" y="2915603"/>
                    </a:cubicBezTo>
                    <a:cubicBezTo>
                      <a:pt x="1246537" y="2866644"/>
                      <a:pt x="1317308" y="2818066"/>
                      <a:pt x="1394270" y="2780729"/>
                    </a:cubicBezTo>
                    <a:cubicBezTo>
                      <a:pt x="1459421" y="2749106"/>
                      <a:pt x="1528763" y="2724436"/>
                      <a:pt x="1601057" y="2723483"/>
                    </a:cubicBezTo>
                    <a:cubicBezTo>
                      <a:pt x="1653350" y="2722721"/>
                      <a:pt x="1704785" y="2733485"/>
                      <a:pt x="1756220" y="2743772"/>
                    </a:cubicBezTo>
                    <a:cubicBezTo>
                      <a:pt x="1800320" y="2752630"/>
                      <a:pt x="1844612" y="2760250"/>
                      <a:pt x="1889189" y="2765965"/>
                    </a:cubicBezTo>
                    <a:cubicBezTo>
                      <a:pt x="1928622" y="2771013"/>
                      <a:pt x="1968437" y="2773299"/>
                      <a:pt x="2007394" y="2765965"/>
                    </a:cubicBezTo>
                    <a:cubicBezTo>
                      <a:pt x="2073878" y="2753487"/>
                      <a:pt x="2130647" y="2712911"/>
                      <a:pt x="2184654" y="2671763"/>
                    </a:cubicBezTo>
                    <a:cubicBezTo>
                      <a:pt x="2245900" y="2625090"/>
                      <a:pt x="2304002" y="2573465"/>
                      <a:pt x="2372773" y="2538984"/>
                    </a:cubicBezTo>
                    <a:cubicBezTo>
                      <a:pt x="2394395" y="2528126"/>
                      <a:pt x="2416874" y="2518982"/>
                      <a:pt x="2439543" y="2510504"/>
                    </a:cubicBezTo>
                    <a:cubicBezTo>
                      <a:pt x="2509552" y="2484215"/>
                      <a:pt x="2580037" y="2459450"/>
                      <a:pt x="2650617" y="2434781"/>
                    </a:cubicBezTo>
                    <a:cubicBezTo>
                      <a:pt x="2695956" y="2418874"/>
                      <a:pt x="2741295" y="2402872"/>
                      <a:pt x="2785110" y="2383060"/>
                    </a:cubicBezTo>
                    <a:cubicBezTo>
                      <a:pt x="2824448" y="2365248"/>
                      <a:pt x="2862358" y="2344198"/>
                      <a:pt x="2897315" y="2318861"/>
                    </a:cubicBezTo>
                    <a:cubicBezTo>
                      <a:pt x="2934367" y="2292096"/>
                      <a:pt x="2968085" y="2260854"/>
                      <a:pt x="2997994" y="2226183"/>
                    </a:cubicBezTo>
                    <a:cubicBezTo>
                      <a:pt x="3020949" y="2199513"/>
                      <a:pt x="3041714" y="2170938"/>
                      <a:pt x="3061240" y="2141506"/>
                    </a:cubicBezTo>
                    <a:cubicBezTo>
                      <a:pt x="3091529" y="2095976"/>
                      <a:pt x="3119533" y="2049018"/>
                      <a:pt x="3152108" y="2005203"/>
                    </a:cubicBezTo>
                    <a:cubicBezTo>
                      <a:pt x="3188113" y="1956626"/>
                      <a:pt x="3229261" y="1912144"/>
                      <a:pt x="3274124" y="1871567"/>
                    </a:cubicBezTo>
                    <a:cubicBezTo>
                      <a:pt x="3311747" y="1837563"/>
                      <a:pt x="3351848" y="1806321"/>
                      <a:pt x="3388138" y="1770888"/>
                    </a:cubicBezTo>
                    <a:cubicBezTo>
                      <a:pt x="3416999" y="1742694"/>
                      <a:pt x="3443002" y="1711833"/>
                      <a:pt x="3466529" y="1679162"/>
                    </a:cubicBezTo>
                    <a:cubicBezTo>
                      <a:pt x="3495008" y="1639348"/>
                      <a:pt x="3519392" y="1596771"/>
                      <a:pt x="3538633" y="1551718"/>
                    </a:cubicBezTo>
                    <a:cubicBezTo>
                      <a:pt x="3562731" y="1495616"/>
                      <a:pt x="3578924" y="1436465"/>
                      <a:pt x="3588544" y="1376172"/>
                    </a:cubicBezTo>
                    <a:cubicBezTo>
                      <a:pt x="3592925" y="1348740"/>
                      <a:pt x="3595688" y="1321022"/>
                      <a:pt x="3597402" y="1293305"/>
                    </a:cubicBezTo>
                    <a:cubicBezTo>
                      <a:pt x="3605974" y="1155859"/>
                      <a:pt x="3717703" y="1018127"/>
                      <a:pt x="3721227" y="880491"/>
                    </a:cubicBezTo>
                    <a:cubicBezTo>
                      <a:pt x="3724751" y="740855"/>
                      <a:pt x="3743135" y="602171"/>
                      <a:pt x="3761137" y="463677"/>
                    </a:cubicBezTo>
                    <a:cubicBezTo>
                      <a:pt x="3776186" y="347758"/>
                      <a:pt x="3934968" y="116205"/>
                      <a:pt x="3946874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rtl="0"/>
                <a:endParaRPr lang="en-US" noProof="0" dirty="0"/>
              </a:p>
            </p:txBody>
          </p:sp>
          <p:sp>
            <p:nvSpPr>
              <p:cNvPr id="10" name="Freeform: Shape 25">
                <a:extLst>
                  <a:ext uri="{FF2B5EF4-FFF2-40B4-BE49-F238E27FC236}">
                    <a16:creationId xmlns:a16="http://schemas.microsoft.com/office/drawing/2014/main" id="{4F8DA334-9C3E-53D2-8336-7253E3AF12EB}"/>
                  </a:ext>
                </a:extLst>
              </p:cNvPr>
              <p:cNvSpPr/>
              <p:nvPr/>
            </p:nvSpPr>
            <p:spPr>
              <a:xfrm>
                <a:off x="4395978" y="2441733"/>
                <a:ext cx="3665410" cy="2985611"/>
              </a:xfrm>
              <a:custGeom>
                <a:avLst/>
                <a:gdLst>
                  <a:gd name="connsiteX0" fmla="*/ 0 w 3665410"/>
                  <a:gd name="connsiteY0" fmla="*/ 2985611 h 2985611"/>
                  <a:gd name="connsiteX1" fmla="*/ 166211 w 3665410"/>
                  <a:gd name="connsiteY1" fmla="*/ 2699766 h 2985611"/>
                  <a:gd name="connsiteX2" fmla="*/ 397002 w 3665410"/>
                  <a:gd name="connsiteY2" fmla="*/ 2414969 h 2985611"/>
                  <a:gd name="connsiteX3" fmla="*/ 620173 w 3665410"/>
                  <a:gd name="connsiteY3" fmla="*/ 2237899 h 2985611"/>
                  <a:gd name="connsiteX4" fmla="*/ 823341 w 3665410"/>
                  <a:gd name="connsiteY4" fmla="*/ 2085499 h 2985611"/>
                  <a:gd name="connsiteX5" fmla="*/ 1089565 w 3665410"/>
                  <a:gd name="connsiteY5" fmla="*/ 1911477 h 2985611"/>
                  <a:gd name="connsiteX6" fmla="*/ 1145000 w 3665410"/>
                  <a:gd name="connsiteY6" fmla="*/ 1886807 h 2985611"/>
                  <a:gd name="connsiteX7" fmla="*/ 1375791 w 3665410"/>
                  <a:gd name="connsiteY7" fmla="*/ 1842135 h 2985611"/>
                  <a:gd name="connsiteX8" fmla="*/ 1486567 w 3665410"/>
                  <a:gd name="connsiteY8" fmla="*/ 1857566 h 2985611"/>
                  <a:gd name="connsiteX9" fmla="*/ 1568101 w 3665410"/>
                  <a:gd name="connsiteY9" fmla="*/ 1871377 h 2985611"/>
                  <a:gd name="connsiteX10" fmla="*/ 1810607 w 3665410"/>
                  <a:gd name="connsiteY10" fmla="*/ 1871377 h 2985611"/>
                  <a:gd name="connsiteX11" fmla="*/ 1997964 w 3665410"/>
                  <a:gd name="connsiteY11" fmla="*/ 1790605 h 2985611"/>
                  <a:gd name="connsiteX12" fmla="*/ 2109883 w 3665410"/>
                  <a:gd name="connsiteY12" fmla="*/ 1702784 h 2985611"/>
                  <a:gd name="connsiteX13" fmla="*/ 2321433 w 3665410"/>
                  <a:gd name="connsiteY13" fmla="*/ 1552384 h 2985611"/>
                  <a:gd name="connsiteX14" fmla="*/ 2558891 w 3665410"/>
                  <a:gd name="connsiteY14" fmla="*/ 1453420 h 2985611"/>
                  <a:gd name="connsiteX15" fmla="*/ 2709767 w 3665410"/>
                  <a:gd name="connsiteY15" fmla="*/ 1377887 h 2985611"/>
                  <a:gd name="connsiteX16" fmla="*/ 2885408 w 3665410"/>
                  <a:gd name="connsiteY16" fmla="*/ 1237393 h 2985611"/>
                  <a:gd name="connsiteX17" fmla="*/ 3017711 w 3665410"/>
                  <a:gd name="connsiteY17" fmla="*/ 1072229 h 2985611"/>
                  <a:gd name="connsiteX18" fmla="*/ 3150680 w 3665410"/>
                  <a:gd name="connsiteY18" fmla="*/ 921830 h 2985611"/>
                  <a:gd name="connsiteX19" fmla="*/ 3255169 w 3665410"/>
                  <a:gd name="connsiteY19" fmla="*/ 801815 h 2985611"/>
                  <a:gd name="connsiteX20" fmla="*/ 3339275 w 3665410"/>
                  <a:gd name="connsiteY20" fmla="*/ 694182 h 2985611"/>
                  <a:gd name="connsiteX21" fmla="*/ 3409188 w 3665410"/>
                  <a:gd name="connsiteY21" fmla="*/ 546926 h 2985611"/>
                  <a:gd name="connsiteX22" fmla="*/ 3464243 w 3665410"/>
                  <a:gd name="connsiteY22" fmla="*/ 347663 h 2985611"/>
                  <a:gd name="connsiteX23" fmla="*/ 3665411 w 3665410"/>
                  <a:gd name="connsiteY23" fmla="*/ 0 h 29856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665410" h="2985611">
                    <a:moveTo>
                      <a:pt x="0" y="2985611"/>
                    </a:moveTo>
                    <a:cubicBezTo>
                      <a:pt x="0" y="2985611"/>
                      <a:pt x="86773" y="2802827"/>
                      <a:pt x="166211" y="2699766"/>
                    </a:cubicBezTo>
                    <a:cubicBezTo>
                      <a:pt x="240983" y="2602706"/>
                      <a:pt x="309182" y="2500122"/>
                      <a:pt x="397002" y="2414969"/>
                    </a:cubicBezTo>
                    <a:cubicBezTo>
                      <a:pt x="465296" y="2348865"/>
                      <a:pt x="543592" y="2294477"/>
                      <a:pt x="620173" y="2237899"/>
                    </a:cubicBezTo>
                    <a:cubicBezTo>
                      <a:pt x="688277" y="2187607"/>
                      <a:pt x="755333" y="2135886"/>
                      <a:pt x="823341" y="2085499"/>
                    </a:cubicBezTo>
                    <a:cubicBezTo>
                      <a:pt x="908685" y="2022253"/>
                      <a:pt x="994791" y="1959197"/>
                      <a:pt x="1089565" y="1911477"/>
                    </a:cubicBezTo>
                    <a:cubicBezTo>
                      <a:pt x="1107662" y="1902428"/>
                      <a:pt x="1126141" y="1894141"/>
                      <a:pt x="1145000" y="1886807"/>
                    </a:cubicBezTo>
                    <a:cubicBezTo>
                      <a:pt x="1218819" y="1858232"/>
                      <a:pt x="1296924" y="1838611"/>
                      <a:pt x="1375791" y="1842135"/>
                    </a:cubicBezTo>
                    <a:cubicBezTo>
                      <a:pt x="1413129" y="1843754"/>
                      <a:pt x="1449896" y="1850422"/>
                      <a:pt x="1486567" y="1857566"/>
                    </a:cubicBezTo>
                    <a:cubicBezTo>
                      <a:pt x="1513618" y="1862804"/>
                      <a:pt x="1540859" y="1867376"/>
                      <a:pt x="1568101" y="1871377"/>
                    </a:cubicBezTo>
                    <a:cubicBezTo>
                      <a:pt x="1648778" y="1883188"/>
                      <a:pt x="1730978" y="1887665"/>
                      <a:pt x="1810607" y="1871377"/>
                    </a:cubicBezTo>
                    <a:cubicBezTo>
                      <a:pt x="1877854" y="1857661"/>
                      <a:pt x="1941100" y="1829086"/>
                      <a:pt x="1997964" y="1790605"/>
                    </a:cubicBezTo>
                    <a:cubicBezTo>
                      <a:pt x="2037302" y="1764030"/>
                      <a:pt x="2073497" y="1733264"/>
                      <a:pt x="2109883" y="1702784"/>
                    </a:cubicBezTo>
                    <a:cubicBezTo>
                      <a:pt x="2176367" y="1647063"/>
                      <a:pt x="2244852" y="1593151"/>
                      <a:pt x="2321433" y="1552384"/>
                    </a:cubicBezTo>
                    <a:cubicBezTo>
                      <a:pt x="2397157" y="1512094"/>
                      <a:pt x="2479548" y="1486281"/>
                      <a:pt x="2558891" y="1453420"/>
                    </a:cubicBezTo>
                    <a:cubicBezTo>
                      <a:pt x="2610898" y="1431798"/>
                      <a:pt x="2661571" y="1407033"/>
                      <a:pt x="2709767" y="1377887"/>
                    </a:cubicBezTo>
                    <a:cubicBezTo>
                      <a:pt x="2774252" y="1338929"/>
                      <a:pt x="2834069" y="1292447"/>
                      <a:pt x="2885408" y="1237393"/>
                    </a:cubicBezTo>
                    <a:cubicBezTo>
                      <a:pt x="2933605" y="1185767"/>
                      <a:pt x="2973324" y="1127093"/>
                      <a:pt x="3017711" y="1072229"/>
                    </a:cubicBezTo>
                    <a:cubicBezTo>
                      <a:pt x="3059811" y="1020223"/>
                      <a:pt x="3105912" y="971645"/>
                      <a:pt x="3150680" y="921830"/>
                    </a:cubicBezTo>
                    <a:cubicBezTo>
                      <a:pt x="3186113" y="882396"/>
                      <a:pt x="3220593" y="842010"/>
                      <a:pt x="3255169" y="801815"/>
                    </a:cubicBezTo>
                    <a:cubicBezTo>
                      <a:pt x="3284887" y="767239"/>
                      <a:pt x="3314605" y="732473"/>
                      <a:pt x="3339275" y="694182"/>
                    </a:cubicBezTo>
                    <a:cubicBezTo>
                      <a:pt x="3368707" y="648367"/>
                      <a:pt x="3390138" y="597980"/>
                      <a:pt x="3409188" y="546926"/>
                    </a:cubicBezTo>
                    <a:cubicBezTo>
                      <a:pt x="3433382" y="482156"/>
                      <a:pt x="3453384" y="415861"/>
                      <a:pt x="3464243" y="347663"/>
                    </a:cubicBezTo>
                    <a:cubicBezTo>
                      <a:pt x="3476244" y="272224"/>
                      <a:pt x="3661696" y="76295"/>
                      <a:pt x="366541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rtl="0"/>
                <a:endParaRPr lang="en-US" noProof="0" dirty="0"/>
              </a:p>
            </p:txBody>
          </p:sp>
          <p:sp>
            <p:nvSpPr>
              <p:cNvPr id="12" name="Freeform: Shape 26">
                <a:extLst>
                  <a:ext uri="{FF2B5EF4-FFF2-40B4-BE49-F238E27FC236}">
                    <a16:creationId xmlns:a16="http://schemas.microsoft.com/office/drawing/2014/main" id="{D9A6F1F6-9959-9331-EF7E-CF44211DACA8}"/>
                  </a:ext>
                </a:extLst>
              </p:cNvPr>
              <p:cNvSpPr/>
              <p:nvPr/>
            </p:nvSpPr>
            <p:spPr>
              <a:xfrm>
                <a:off x="7790402" y="5229700"/>
                <a:ext cx="285940" cy="199072"/>
              </a:xfrm>
              <a:custGeom>
                <a:avLst/>
                <a:gdLst>
                  <a:gd name="connsiteX0" fmla="*/ 0 w 285940"/>
                  <a:gd name="connsiteY0" fmla="*/ 199073 h 199072"/>
                  <a:gd name="connsiteX1" fmla="*/ 285940 w 285940"/>
                  <a:gd name="connsiteY1" fmla="*/ 0 h 1990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85940" h="199072">
                    <a:moveTo>
                      <a:pt x="0" y="199073"/>
                    </a:moveTo>
                    <a:cubicBezTo>
                      <a:pt x="0" y="199073"/>
                      <a:pt x="242125" y="39243"/>
                      <a:pt x="28594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rtl="0"/>
                <a:endParaRPr lang="en-US" noProof="0" dirty="0"/>
              </a:p>
            </p:txBody>
          </p:sp>
          <p:sp>
            <p:nvSpPr>
              <p:cNvPr id="13" name="Freeform: Shape 30">
                <a:extLst>
                  <a:ext uri="{FF2B5EF4-FFF2-40B4-BE49-F238E27FC236}">
                    <a16:creationId xmlns:a16="http://schemas.microsoft.com/office/drawing/2014/main" id="{91C24A8C-16F8-C6CF-A3D3-20BD9FE46252}"/>
                  </a:ext>
                </a:extLst>
              </p:cNvPr>
              <p:cNvSpPr/>
              <p:nvPr/>
            </p:nvSpPr>
            <p:spPr>
              <a:xfrm>
                <a:off x="7393114" y="5049773"/>
                <a:ext cx="655796" cy="381190"/>
              </a:xfrm>
              <a:custGeom>
                <a:avLst/>
                <a:gdLst>
                  <a:gd name="connsiteX0" fmla="*/ 0 w 655796"/>
                  <a:gd name="connsiteY0" fmla="*/ 381190 h 381190"/>
                  <a:gd name="connsiteX1" fmla="*/ 655796 w 655796"/>
                  <a:gd name="connsiteY1" fmla="*/ 0 h 381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55796" h="381190">
                    <a:moveTo>
                      <a:pt x="0" y="381190"/>
                    </a:moveTo>
                    <a:cubicBezTo>
                      <a:pt x="0" y="381190"/>
                      <a:pt x="461105" y="172117"/>
                      <a:pt x="65579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rtl="0"/>
                <a:endParaRPr lang="en-US" noProof="0" dirty="0"/>
              </a:p>
            </p:txBody>
          </p:sp>
          <p:sp>
            <p:nvSpPr>
              <p:cNvPr id="14" name="Freeform: Shape 31">
                <a:extLst>
                  <a:ext uri="{FF2B5EF4-FFF2-40B4-BE49-F238E27FC236}">
                    <a16:creationId xmlns:a16="http://schemas.microsoft.com/office/drawing/2014/main" id="{FB276BD0-4A6B-06B9-AD17-28C45F54EDC0}"/>
                  </a:ext>
                </a:extLst>
              </p:cNvPr>
              <p:cNvSpPr/>
              <p:nvPr/>
            </p:nvSpPr>
            <p:spPr>
              <a:xfrm>
                <a:off x="5154072" y="3867816"/>
                <a:ext cx="2907315" cy="1544764"/>
              </a:xfrm>
              <a:custGeom>
                <a:avLst/>
                <a:gdLst>
                  <a:gd name="connsiteX0" fmla="*/ 0 w 2907315"/>
                  <a:gd name="connsiteY0" fmla="*/ 1544764 h 1544764"/>
                  <a:gd name="connsiteX1" fmla="*/ 201644 w 2907315"/>
                  <a:gd name="connsiteY1" fmla="*/ 1352550 h 1544764"/>
                  <a:gd name="connsiteX2" fmla="*/ 423196 w 2907315"/>
                  <a:gd name="connsiteY2" fmla="*/ 1196054 h 1544764"/>
                  <a:gd name="connsiteX3" fmla="*/ 782193 w 2907315"/>
                  <a:gd name="connsiteY3" fmla="*/ 1099947 h 1544764"/>
                  <a:gd name="connsiteX4" fmla="*/ 1052513 w 2907315"/>
                  <a:gd name="connsiteY4" fmla="*/ 1042321 h 1544764"/>
                  <a:gd name="connsiteX5" fmla="*/ 1311783 w 2907315"/>
                  <a:gd name="connsiteY5" fmla="*/ 1056037 h 1544764"/>
                  <a:gd name="connsiteX6" fmla="*/ 1484662 w 2907315"/>
                  <a:gd name="connsiteY6" fmla="*/ 1083469 h 1544764"/>
                  <a:gd name="connsiteX7" fmla="*/ 1788224 w 2907315"/>
                  <a:gd name="connsiteY7" fmla="*/ 1023080 h 1544764"/>
                  <a:gd name="connsiteX8" fmla="*/ 2269045 w 2907315"/>
                  <a:gd name="connsiteY8" fmla="*/ 734758 h 1544764"/>
                  <a:gd name="connsiteX9" fmla="*/ 2534984 w 2907315"/>
                  <a:gd name="connsiteY9" fmla="*/ 572738 h 1544764"/>
                  <a:gd name="connsiteX10" fmla="*/ 2907316 w 2907315"/>
                  <a:gd name="connsiteY10" fmla="*/ 0 h 154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907315" h="1544764">
                    <a:moveTo>
                      <a:pt x="0" y="1544764"/>
                    </a:moveTo>
                    <a:cubicBezTo>
                      <a:pt x="0" y="1544764"/>
                      <a:pt x="98012" y="1443990"/>
                      <a:pt x="201644" y="1352550"/>
                    </a:cubicBezTo>
                    <a:cubicBezTo>
                      <a:pt x="271272" y="1291209"/>
                      <a:pt x="343662" y="1234249"/>
                      <a:pt x="423196" y="1196054"/>
                    </a:cubicBezTo>
                    <a:cubicBezTo>
                      <a:pt x="537591" y="1141095"/>
                      <a:pt x="661226" y="1127189"/>
                      <a:pt x="782193" y="1099947"/>
                    </a:cubicBezTo>
                    <a:cubicBezTo>
                      <a:pt x="872300" y="1079659"/>
                      <a:pt x="961358" y="1051370"/>
                      <a:pt x="1052513" y="1042321"/>
                    </a:cubicBezTo>
                    <a:cubicBezTo>
                      <a:pt x="1139000" y="1033653"/>
                      <a:pt x="1225868" y="1040321"/>
                      <a:pt x="1311783" y="1056037"/>
                    </a:cubicBezTo>
                    <a:cubicBezTo>
                      <a:pt x="1369314" y="1066609"/>
                      <a:pt x="1426559" y="1079373"/>
                      <a:pt x="1484662" y="1083469"/>
                    </a:cubicBezTo>
                    <a:cubicBezTo>
                      <a:pt x="1587913" y="1090803"/>
                      <a:pt x="1690402" y="1064800"/>
                      <a:pt x="1788224" y="1023080"/>
                    </a:cubicBezTo>
                    <a:cubicBezTo>
                      <a:pt x="1956721" y="951262"/>
                      <a:pt x="2106549" y="825722"/>
                      <a:pt x="2269045" y="734758"/>
                    </a:cubicBezTo>
                    <a:cubicBezTo>
                      <a:pt x="2359438" y="684181"/>
                      <a:pt x="2452497" y="640556"/>
                      <a:pt x="2534984" y="572738"/>
                    </a:cubicBezTo>
                    <a:cubicBezTo>
                      <a:pt x="2673001" y="459391"/>
                      <a:pt x="2847023" y="191453"/>
                      <a:pt x="290731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rtl="0"/>
                <a:endParaRPr lang="en-US" noProof="0" dirty="0"/>
              </a:p>
            </p:txBody>
          </p:sp>
          <p:sp>
            <p:nvSpPr>
              <p:cNvPr id="15" name="Freeform: Shape 32">
                <a:extLst>
                  <a:ext uri="{FF2B5EF4-FFF2-40B4-BE49-F238E27FC236}">
                    <a16:creationId xmlns:a16="http://schemas.microsoft.com/office/drawing/2014/main" id="{20566CB5-910F-9CBD-3521-939192448604}"/>
                  </a:ext>
                </a:extLst>
              </p:cNvPr>
              <p:cNvSpPr/>
              <p:nvPr/>
            </p:nvSpPr>
            <p:spPr>
              <a:xfrm>
                <a:off x="4907946" y="3479100"/>
                <a:ext cx="3168300" cy="1952434"/>
              </a:xfrm>
              <a:custGeom>
                <a:avLst/>
                <a:gdLst>
                  <a:gd name="connsiteX0" fmla="*/ 0 w 3168300"/>
                  <a:gd name="connsiteY0" fmla="*/ 1952435 h 1952434"/>
                  <a:gd name="connsiteX1" fmla="*/ 202121 w 3168300"/>
                  <a:gd name="connsiteY1" fmla="*/ 1687068 h 1952434"/>
                  <a:gd name="connsiteX2" fmla="*/ 545116 w 3168300"/>
                  <a:gd name="connsiteY2" fmla="*/ 1450277 h 1952434"/>
                  <a:gd name="connsiteX3" fmla="*/ 906780 w 3168300"/>
                  <a:gd name="connsiteY3" fmla="*/ 1354455 h 1952434"/>
                  <a:gd name="connsiteX4" fmla="*/ 1332262 w 3168300"/>
                  <a:gd name="connsiteY4" fmla="*/ 1285304 h 1952434"/>
                  <a:gd name="connsiteX5" fmla="*/ 1691259 w 3168300"/>
                  <a:gd name="connsiteY5" fmla="*/ 1240060 h 1952434"/>
                  <a:gd name="connsiteX6" fmla="*/ 2010346 w 3168300"/>
                  <a:gd name="connsiteY6" fmla="*/ 1141667 h 1952434"/>
                  <a:gd name="connsiteX7" fmla="*/ 2393252 w 3168300"/>
                  <a:gd name="connsiteY7" fmla="*/ 1027271 h 1952434"/>
                  <a:gd name="connsiteX8" fmla="*/ 2582037 w 3168300"/>
                  <a:gd name="connsiteY8" fmla="*/ 958120 h 1952434"/>
                  <a:gd name="connsiteX9" fmla="*/ 2760155 w 3168300"/>
                  <a:gd name="connsiteY9" fmla="*/ 827723 h 1952434"/>
                  <a:gd name="connsiteX10" fmla="*/ 2914364 w 3168300"/>
                  <a:gd name="connsiteY10" fmla="*/ 567023 h 1952434"/>
                  <a:gd name="connsiteX11" fmla="*/ 3168301 w 3168300"/>
                  <a:gd name="connsiteY11" fmla="*/ 0 h 1952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168300" h="1952434">
                    <a:moveTo>
                      <a:pt x="0" y="1952435"/>
                    </a:moveTo>
                    <a:cubicBezTo>
                      <a:pt x="0" y="1952435"/>
                      <a:pt x="91059" y="1796415"/>
                      <a:pt x="202121" y="1687068"/>
                    </a:cubicBezTo>
                    <a:cubicBezTo>
                      <a:pt x="301943" y="1588675"/>
                      <a:pt x="416528" y="1505617"/>
                      <a:pt x="545116" y="1450277"/>
                    </a:cubicBezTo>
                    <a:cubicBezTo>
                      <a:pt x="659987" y="1400747"/>
                      <a:pt x="783622" y="1377601"/>
                      <a:pt x="906780" y="1354455"/>
                    </a:cubicBezTo>
                    <a:cubicBezTo>
                      <a:pt x="1048036" y="1327976"/>
                      <a:pt x="1189482" y="1301972"/>
                      <a:pt x="1332262" y="1285304"/>
                    </a:cubicBezTo>
                    <a:cubicBezTo>
                      <a:pt x="1452182" y="1271302"/>
                      <a:pt x="1573340" y="1265873"/>
                      <a:pt x="1691259" y="1240060"/>
                    </a:cubicBezTo>
                    <a:cubicBezTo>
                      <a:pt x="1800035" y="1216247"/>
                      <a:pt x="1904619" y="1176718"/>
                      <a:pt x="2010346" y="1141667"/>
                    </a:cubicBezTo>
                    <a:cubicBezTo>
                      <a:pt x="2136743" y="1099661"/>
                      <a:pt x="2265902" y="1066229"/>
                      <a:pt x="2393252" y="1027271"/>
                    </a:cubicBezTo>
                    <a:cubicBezTo>
                      <a:pt x="2457450" y="1007650"/>
                      <a:pt x="2521744" y="987552"/>
                      <a:pt x="2582037" y="958120"/>
                    </a:cubicBezTo>
                    <a:cubicBezTo>
                      <a:pt x="2648807" y="925449"/>
                      <a:pt x="2710815" y="883349"/>
                      <a:pt x="2760155" y="827723"/>
                    </a:cubicBezTo>
                    <a:cubicBezTo>
                      <a:pt x="2827496" y="751904"/>
                      <a:pt x="2867978" y="657511"/>
                      <a:pt x="2914364" y="567023"/>
                    </a:cubicBezTo>
                    <a:cubicBezTo>
                      <a:pt x="2972753" y="453200"/>
                      <a:pt x="3119152" y="118015"/>
                      <a:pt x="316830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rtl="0"/>
                <a:endParaRPr lang="en-US" noProof="0" dirty="0"/>
              </a:p>
            </p:txBody>
          </p:sp>
          <p:sp>
            <p:nvSpPr>
              <p:cNvPr id="16" name="Freeform: Shape 36">
                <a:extLst>
                  <a:ext uri="{FF2B5EF4-FFF2-40B4-BE49-F238E27FC236}">
                    <a16:creationId xmlns:a16="http://schemas.microsoft.com/office/drawing/2014/main" id="{5591EF06-D01C-ED06-33B6-7ABBB5C40B1F}"/>
                  </a:ext>
                </a:extLst>
              </p:cNvPr>
              <p:cNvSpPr/>
              <p:nvPr/>
            </p:nvSpPr>
            <p:spPr>
              <a:xfrm>
                <a:off x="4704778" y="2976752"/>
                <a:ext cx="3356800" cy="2452020"/>
              </a:xfrm>
              <a:custGeom>
                <a:avLst/>
                <a:gdLst>
                  <a:gd name="connsiteX0" fmla="*/ 0 w 3356800"/>
                  <a:gd name="connsiteY0" fmla="*/ 2452021 h 2452020"/>
                  <a:gd name="connsiteX1" fmla="*/ 130874 w 3356800"/>
                  <a:gd name="connsiteY1" fmla="*/ 2247710 h 2452020"/>
                  <a:gd name="connsiteX2" fmla="*/ 437197 w 3356800"/>
                  <a:gd name="connsiteY2" fmla="*/ 1941195 h 2452020"/>
                  <a:gd name="connsiteX3" fmla="*/ 737140 w 3356800"/>
                  <a:gd name="connsiteY3" fmla="*/ 1736884 h 2452020"/>
                  <a:gd name="connsiteX4" fmla="*/ 1031843 w 3356800"/>
                  <a:gd name="connsiteY4" fmla="*/ 1685068 h 2452020"/>
                  <a:gd name="connsiteX5" fmla="*/ 1287304 w 3356800"/>
                  <a:gd name="connsiteY5" fmla="*/ 1655826 h 2452020"/>
                  <a:gd name="connsiteX6" fmla="*/ 1471994 w 3356800"/>
                  <a:gd name="connsiteY6" fmla="*/ 1634300 h 2452020"/>
                  <a:gd name="connsiteX7" fmla="*/ 1898237 w 3356800"/>
                  <a:gd name="connsiteY7" fmla="*/ 1512665 h 2452020"/>
                  <a:gd name="connsiteX8" fmla="*/ 2229136 w 3356800"/>
                  <a:gd name="connsiteY8" fmla="*/ 1355598 h 2452020"/>
                  <a:gd name="connsiteX9" fmla="*/ 2512314 w 3356800"/>
                  <a:gd name="connsiteY9" fmla="*/ 1238631 h 2452020"/>
                  <a:gd name="connsiteX10" fmla="*/ 2758535 w 3356800"/>
                  <a:gd name="connsiteY10" fmla="*/ 1096994 h 2452020"/>
                  <a:gd name="connsiteX11" fmla="*/ 2935510 w 3356800"/>
                  <a:gd name="connsiteY11" fmla="*/ 919925 h 2452020"/>
                  <a:gd name="connsiteX12" fmla="*/ 3081719 w 3356800"/>
                  <a:gd name="connsiteY12" fmla="*/ 687419 h 2452020"/>
                  <a:gd name="connsiteX13" fmla="*/ 3356800 w 3356800"/>
                  <a:gd name="connsiteY13" fmla="*/ 0 h 24520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356800" h="2452020">
                    <a:moveTo>
                      <a:pt x="0" y="2452021"/>
                    </a:moveTo>
                    <a:cubicBezTo>
                      <a:pt x="0" y="2452021"/>
                      <a:pt x="57150" y="2344198"/>
                      <a:pt x="130874" y="2247710"/>
                    </a:cubicBezTo>
                    <a:cubicBezTo>
                      <a:pt x="218694" y="2132648"/>
                      <a:pt x="328136" y="2036635"/>
                      <a:pt x="437197" y="1941195"/>
                    </a:cubicBezTo>
                    <a:cubicBezTo>
                      <a:pt x="529304" y="1860709"/>
                      <a:pt x="623030" y="1779556"/>
                      <a:pt x="737140" y="1736884"/>
                    </a:cubicBezTo>
                    <a:cubicBezTo>
                      <a:pt x="830866" y="1701736"/>
                      <a:pt x="932021" y="1695450"/>
                      <a:pt x="1031843" y="1685068"/>
                    </a:cubicBezTo>
                    <a:cubicBezTo>
                      <a:pt x="1117092" y="1676210"/>
                      <a:pt x="1202055" y="1665160"/>
                      <a:pt x="1287304" y="1655826"/>
                    </a:cubicBezTo>
                    <a:cubicBezTo>
                      <a:pt x="1348931" y="1649063"/>
                      <a:pt x="1410653" y="1643539"/>
                      <a:pt x="1471994" y="1634300"/>
                    </a:cubicBezTo>
                    <a:cubicBezTo>
                      <a:pt x="1618679" y="1612011"/>
                      <a:pt x="1761935" y="1571149"/>
                      <a:pt x="1898237" y="1512665"/>
                    </a:cubicBezTo>
                    <a:cubicBezTo>
                      <a:pt x="2010442" y="1464564"/>
                      <a:pt x="2117503" y="1405128"/>
                      <a:pt x="2229136" y="1355598"/>
                    </a:cubicBezTo>
                    <a:cubicBezTo>
                      <a:pt x="2322481" y="1314164"/>
                      <a:pt x="2418969" y="1280160"/>
                      <a:pt x="2512314" y="1238631"/>
                    </a:cubicBezTo>
                    <a:cubicBezTo>
                      <a:pt x="2599087" y="1199960"/>
                      <a:pt x="2683193" y="1154811"/>
                      <a:pt x="2758535" y="1096994"/>
                    </a:cubicBezTo>
                    <a:cubicBezTo>
                      <a:pt x="2825020" y="1046035"/>
                      <a:pt x="2883789" y="985837"/>
                      <a:pt x="2935510" y="919925"/>
                    </a:cubicBezTo>
                    <a:cubicBezTo>
                      <a:pt x="2992184" y="847725"/>
                      <a:pt x="3039904" y="769144"/>
                      <a:pt x="3081719" y="687419"/>
                    </a:cubicBezTo>
                    <a:cubicBezTo>
                      <a:pt x="3138297" y="576739"/>
                      <a:pt x="3314129" y="116776"/>
                      <a:pt x="335680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rtl="0"/>
                <a:endParaRPr lang="en-US" noProof="0" dirty="0"/>
              </a:p>
            </p:txBody>
          </p:sp>
        </p:grpSp>
        <p:sp>
          <p:nvSpPr>
            <p:cNvPr id="7" name="Freeform: Shape 23">
              <a:extLst>
                <a:ext uri="{FF2B5EF4-FFF2-40B4-BE49-F238E27FC236}">
                  <a16:creationId xmlns:a16="http://schemas.microsoft.com/office/drawing/2014/main" id="{AD4040B3-F70D-2EBB-B994-6A24050AC4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980400" y="5197178"/>
              <a:ext cx="4211600" cy="1660822"/>
            </a:xfrm>
            <a:custGeom>
              <a:avLst/>
              <a:gdLst>
                <a:gd name="connsiteX0" fmla="*/ 4211600 w 4211600"/>
                <a:gd name="connsiteY0" fmla="*/ 0 h 1660822"/>
                <a:gd name="connsiteX1" fmla="*/ 4211600 w 4211600"/>
                <a:gd name="connsiteY1" fmla="*/ 58430 h 1660822"/>
                <a:gd name="connsiteX2" fmla="*/ 4136524 w 4211600"/>
                <a:gd name="connsiteY2" fmla="*/ 208808 h 1660822"/>
                <a:gd name="connsiteX3" fmla="*/ 3973354 w 4211600"/>
                <a:gd name="connsiteY3" fmla="*/ 437313 h 1660822"/>
                <a:gd name="connsiteX4" fmla="*/ 3884746 w 4211600"/>
                <a:gd name="connsiteY4" fmla="*/ 553613 h 1660822"/>
                <a:gd name="connsiteX5" fmla="*/ 3849435 w 4211600"/>
                <a:gd name="connsiteY5" fmla="*/ 603143 h 1660822"/>
                <a:gd name="connsiteX6" fmla="*/ 3661849 w 4211600"/>
                <a:gd name="connsiteY6" fmla="*/ 819075 h 1660822"/>
                <a:gd name="connsiteX7" fmla="*/ 3402589 w 4211600"/>
                <a:gd name="connsiteY7" fmla="*/ 952996 h 1660822"/>
                <a:gd name="connsiteX8" fmla="*/ 3130202 w 4211600"/>
                <a:gd name="connsiteY8" fmla="*/ 1023386 h 1660822"/>
                <a:gd name="connsiteX9" fmla="*/ 2914657 w 4211600"/>
                <a:gd name="connsiteY9" fmla="*/ 1068058 h 1660822"/>
                <a:gd name="connsiteX10" fmla="*/ 2582149 w 4211600"/>
                <a:gd name="connsiteY10" fmla="*/ 1138924 h 1660822"/>
                <a:gd name="connsiteX11" fmla="*/ 2483958 w 4211600"/>
                <a:gd name="connsiteY11" fmla="*/ 1162356 h 1660822"/>
                <a:gd name="connsiteX12" fmla="*/ 2123750 w 4211600"/>
                <a:gd name="connsiteY12" fmla="*/ 1238651 h 1660822"/>
                <a:gd name="connsiteX13" fmla="*/ 1761444 w 4211600"/>
                <a:gd name="connsiteY13" fmla="*/ 1273417 h 1660822"/>
                <a:gd name="connsiteX14" fmla="*/ 1608382 w 4211600"/>
                <a:gd name="connsiteY14" fmla="*/ 1284466 h 1660822"/>
                <a:gd name="connsiteX15" fmla="*/ 999942 w 4211600"/>
                <a:gd name="connsiteY15" fmla="*/ 1354284 h 1660822"/>
                <a:gd name="connsiteX16" fmla="*/ 484705 w 4211600"/>
                <a:gd name="connsiteY16" fmla="*/ 1450487 h 1660822"/>
                <a:gd name="connsiteX17" fmla="*/ 113310 w 4211600"/>
                <a:gd name="connsiteY17" fmla="*/ 1613700 h 1660822"/>
                <a:gd name="connsiteX18" fmla="*/ 39668 w 4211600"/>
                <a:gd name="connsiteY18" fmla="*/ 1660822 h 1660822"/>
                <a:gd name="connsiteX19" fmla="*/ 0 w 4211600"/>
                <a:gd name="connsiteY19" fmla="*/ 1660822 h 1660822"/>
                <a:gd name="connsiteX20" fmla="*/ 96701 w 4211600"/>
                <a:gd name="connsiteY20" fmla="*/ 1598934 h 1660822"/>
                <a:gd name="connsiteX21" fmla="*/ 474335 w 4211600"/>
                <a:gd name="connsiteY21" fmla="*/ 1433056 h 1660822"/>
                <a:gd name="connsiteX22" fmla="*/ 994299 w 4211600"/>
                <a:gd name="connsiteY22" fmla="*/ 1335806 h 1660822"/>
                <a:gd name="connsiteX23" fmla="*/ 1605231 w 4211600"/>
                <a:gd name="connsiteY23" fmla="*/ 1265702 h 1660822"/>
                <a:gd name="connsiteX24" fmla="*/ 1758819 w 4211600"/>
                <a:gd name="connsiteY24" fmla="*/ 1254558 h 1660822"/>
                <a:gd name="connsiteX25" fmla="*/ 2118106 w 4211600"/>
                <a:gd name="connsiteY25" fmla="*/ 1220077 h 1660822"/>
                <a:gd name="connsiteX26" fmla="*/ 2475557 w 4211600"/>
                <a:gd name="connsiteY26" fmla="*/ 1144353 h 1660822"/>
                <a:gd name="connsiteX27" fmla="*/ 2573878 w 4211600"/>
                <a:gd name="connsiteY27" fmla="*/ 1120827 h 1660822"/>
                <a:gd name="connsiteX28" fmla="*/ 2907437 w 4211600"/>
                <a:gd name="connsiteY28" fmla="*/ 1049675 h 1660822"/>
                <a:gd name="connsiteX29" fmla="*/ 3122589 w 4211600"/>
                <a:gd name="connsiteY29" fmla="*/ 1005098 h 1660822"/>
                <a:gd name="connsiteX30" fmla="*/ 3391169 w 4211600"/>
                <a:gd name="connsiteY30" fmla="*/ 935756 h 1660822"/>
                <a:gd name="connsiteX31" fmla="*/ 3642290 w 4211600"/>
                <a:gd name="connsiteY31" fmla="*/ 806216 h 1660822"/>
                <a:gd name="connsiteX32" fmla="*/ 3825937 w 4211600"/>
                <a:gd name="connsiteY32" fmla="*/ 594475 h 1660822"/>
                <a:gd name="connsiteX33" fmla="*/ 3861381 w 4211600"/>
                <a:gd name="connsiteY33" fmla="*/ 544755 h 1660822"/>
                <a:gd name="connsiteX34" fmla="*/ 3950381 w 4211600"/>
                <a:gd name="connsiteY34" fmla="*/ 427978 h 1660822"/>
                <a:gd name="connsiteX35" fmla="*/ 4112370 w 4211600"/>
                <a:gd name="connsiteY35" fmla="*/ 201378 h 1660822"/>
                <a:gd name="connsiteX36" fmla="*/ 4195989 w 4211600"/>
                <a:gd name="connsiteY36" fmla="*/ 33834 h 1660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4211600" h="1660822">
                  <a:moveTo>
                    <a:pt x="4211600" y="0"/>
                  </a:moveTo>
                  <a:lnTo>
                    <a:pt x="4211600" y="58430"/>
                  </a:lnTo>
                  <a:lnTo>
                    <a:pt x="4136524" y="208808"/>
                  </a:lnTo>
                  <a:cubicBezTo>
                    <a:pt x="4089791" y="287770"/>
                    <a:pt x="4030588" y="363780"/>
                    <a:pt x="3973354" y="437313"/>
                  </a:cubicBezTo>
                  <a:cubicBezTo>
                    <a:pt x="3943819" y="475222"/>
                    <a:pt x="3913231" y="514465"/>
                    <a:pt x="3884746" y="553613"/>
                  </a:cubicBezTo>
                  <a:cubicBezTo>
                    <a:pt x="3872801" y="569996"/>
                    <a:pt x="3861119" y="586569"/>
                    <a:pt x="3849435" y="603143"/>
                  </a:cubicBezTo>
                  <a:cubicBezTo>
                    <a:pt x="3796665" y="678009"/>
                    <a:pt x="3742187" y="755352"/>
                    <a:pt x="3661849" y="819075"/>
                  </a:cubicBezTo>
                  <a:cubicBezTo>
                    <a:pt x="3596214" y="871176"/>
                    <a:pt x="3509050" y="916230"/>
                    <a:pt x="3402589" y="952996"/>
                  </a:cubicBezTo>
                  <a:cubicBezTo>
                    <a:pt x="3312406" y="984048"/>
                    <a:pt x="3215660" y="1005003"/>
                    <a:pt x="3130202" y="1023386"/>
                  </a:cubicBezTo>
                  <a:cubicBezTo>
                    <a:pt x="3058529" y="1038816"/>
                    <a:pt x="2985412" y="1053675"/>
                    <a:pt x="2914657" y="1068058"/>
                  </a:cubicBezTo>
                  <a:cubicBezTo>
                    <a:pt x="2805176" y="1090251"/>
                    <a:pt x="2692021" y="1113207"/>
                    <a:pt x="2582149" y="1138924"/>
                  </a:cubicBezTo>
                  <a:cubicBezTo>
                    <a:pt x="2549330" y="1146639"/>
                    <a:pt x="2516644" y="1154450"/>
                    <a:pt x="2483958" y="1162356"/>
                  </a:cubicBezTo>
                  <a:cubicBezTo>
                    <a:pt x="2367257" y="1190550"/>
                    <a:pt x="2246621" y="1219601"/>
                    <a:pt x="2123750" y="1238651"/>
                  </a:cubicBezTo>
                  <a:cubicBezTo>
                    <a:pt x="2004294" y="1257129"/>
                    <a:pt x="1880769" y="1265416"/>
                    <a:pt x="1761444" y="1273417"/>
                  </a:cubicBezTo>
                  <a:cubicBezTo>
                    <a:pt x="1711167" y="1276751"/>
                    <a:pt x="1659184" y="1280275"/>
                    <a:pt x="1608382" y="1284466"/>
                  </a:cubicBezTo>
                  <a:cubicBezTo>
                    <a:pt x="1408589" y="1300944"/>
                    <a:pt x="1214570" y="1325805"/>
                    <a:pt x="999942" y="1354284"/>
                  </a:cubicBezTo>
                  <a:cubicBezTo>
                    <a:pt x="826403" y="1377240"/>
                    <a:pt x="647744" y="1400957"/>
                    <a:pt x="484705" y="1450487"/>
                  </a:cubicBezTo>
                  <a:cubicBezTo>
                    <a:pt x="355831" y="1489635"/>
                    <a:pt x="231387" y="1544374"/>
                    <a:pt x="113310" y="1613700"/>
                  </a:cubicBezTo>
                  <a:lnTo>
                    <a:pt x="39668" y="1660822"/>
                  </a:lnTo>
                  <a:lnTo>
                    <a:pt x="0" y="1660822"/>
                  </a:lnTo>
                  <a:lnTo>
                    <a:pt x="96701" y="1598934"/>
                  </a:lnTo>
                  <a:cubicBezTo>
                    <a:pt x="216635" y="1528533"/>
                    <a:pt x="343196" y="1472919"/>
                    <a:pt x="474335" y="1433056"/>
                  </a:cubicBezTo>
                  <a:cubicBezTo>
                    <a:pt x="639999" y="1382669"/>
                    <a:pt x="820102" y="1358856"/>
                    <a:pt x="994299" y="1335806"/>
                  </a:cubicBezTo>
                  <a:cubicBezTo>
                    <a:pt x="1210239" y="1307231"/>
                    <a:pt x="1404650" y="1282275"/>
                    <a:pt x="1605231" y="1265702"/>
                  </a:cubicBezTo>
                  <a:cubicBezTo>
                    <a:pt x="1656428" y="1261511"/>
                    <a:pt x="1708411" y="1257987"/>
                    <a:pt x="1758819" y="1254558"/>
                  </a:cubicBezTo>
                  <a:cubicBezTo>
                    <a:pt x="1877487" y="1246557"/>
                    <a:pt x="2000094" y="1238365"/>
                    <a:pt x="2118106" y="1220077"/>
                  </a:cubicBezTo>
                  <a:cubicBezTo>
                    <a:pt x="2239531" y="1201313"/>
                    <a:pt x="2359513" y="1172357"/>
                    <a:pt x="2475557" y="1144353"/>
                  </a:cubicBezTo>
                  <a:cubicBezTo>
                    <a:pt x="2508243" y="1136448"/>
                    <a:pt x="2541060" y="1128542"/>
                    <a:pt x="2573878" y="1120827"/>
                  </a:cubicBezTo>
                  <a:cubicBezTo>
                    <a:pt x="2684276" y="1094919"/>
                    <a:pt x="2797694" y="1071963"/>
                    <a:pt x="2907437" y="1049675"/>
                  </a:cubicBezTo>
                  <a:cubicBezTo>
                    <a:pt x="2978061" y="1035387"/>
                    <a:pt x="3051178" y="1020528"/>
                    <a:pt x="3122589" y="1005098"/>
                  </a:cubicBezTo>
                  <a:cubicBezTo>
                    <a:pt x="3206997" y="986810"/>
                    <a:pt x="3302823" y="966141"/>
                    <a:pt x="3391169" y="935756"/>
                  </a:cubicBezTo>
                  <a:cubicBezTo>
                    <a:pt x="3494479" y="900132"/>
                    <a:pt x="3578886" y="856508"/>
                    <a:pt x="3642290" y="806216"/>
                  </a:cubicBezTo>
                  <a:cubicBezTo>
                    <a:pt x="3720133" y="744303"/>
                    <a:pt x="3773953" y="668103"/>
                    <a:pt x="3825937" y="594475"/>
                  </a:cubicBezTo>
                  <a:cubicBezTo>
                    <a:pt x="3837621" y="577902"/>
                    <a:pt x="3849435" y="561233"/>
                    <a:pt x="3861381" y="544755"/>
                  </a:cubicBezTo>
                  <a:cubicBezTo>
                    <a:pt x="3889997" y="505416"/>
                    <a:pt x="3920715" y="465983"/>
                    <a:pt x="3950381" y="427978"/>
                  </a:cubicBezTo>
                  <a:cubicBezTo>
                    <a:pt x="4007353" y="354921"/>
                    <a:pt x="4066163" y="279388"/>
                    <a:pt x="4112370" y="201378"/>
                  </a:cubicBezTo>
                  <a:cubicBezTo>
                    <a:pt x="4144662" y="146800"/>
                    <a:pt x="4170785" y="89364"/>
                    <a:pt x="4195989" y="3383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rtl="0"/>
              <a:endParaRPr lang="en-US" noProof="0" dirty="0"/>
            </a:p>
          </p:txBody>
        </p:sp>
      </p:grpSp>
      <p:sp>
        <p:nvSpPr>
          <p:cNvPr id="11" name="Title 1">
            <a:extLst>
              <a:ext uri="{FF2B5EF4-FFF2-40B4-BE49-F238E27FC236}">
                <a16:creationId xmlns:a16="http://schemas.microsoft.com/office/drawing/2014/main" id="{076C4EAC-BBDE-1963-BD72-3BD2A47DC5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4048" y="4754880"/>
            <a:ext cx="11430000" cy="1371600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592AF4F-2F83-7005-B3AC-6FCC7FB191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88952" cy="449884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736164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Top Right">
            <a:extLst>
              <a:ext uri="{FF2B5EF4-FFF2-40B4-BE49-F238E27FC236}">
                <a16:creationId xmlns:a16="http://schemas.microsoft.com/office/drawing/2014/main" id="{3CBE3FA5-1D12-E2FA-F6C4-E8BE184EE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8314340" y="-1"/>
            <a:ext cx="3877660" cy="5906585"/>
            <a:chOff x="10849" y="-3086"/>
            <a:chExt cx="2198951" cy="3349518"/>
          </a:xfrm>
        </p:grpSpPr>
        <p:sp>
          <p:nvSpPr>
            <p:cNvPr id="6" name="Freeform: Shape 9">
              <a:extLst>
                <a:ext uri="{FF2B5EF4-FFF2-40B4-BE49-F238E27FC236}">
                  <a16:creationId xmlns:a16="http://schemas.microsoft.com/office/drawing/2014/main" id="{4172A1F4-49C3-5D7A-52B9-1066ED8D1E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0800000">
              <a:off x="692844" y="-3086"/>
              <a:ext cx="1326111" cy="597603"/>
            </a:xfrm>
            <a:custGeom>
              <a:avLst/>
              <a:gdLst>
                <a:gd name="connsiteX0" fmla="*/ 741051 w 1482102"/>
                <a:gd name="connsiteY0" fmla="*/ 0 h 679363"/>
                <a:gd name="connsiteX1" fmla="*/ 1473822 w 1482102"/>
                <a:gd name="connsiteY1" fmla="*/ 597226 h 679363"/>
                <a:gd name="connsiteX2" fmla="*/ 1482102 w 1482102"/>
                <a:gd name="connsiteY2" fmla="*/ 679363 h 679363"/>
                <a:gd name="connsiteX3" fmla="*/ 0 w 1482102"/>
                <a:gd name="connsiteY3" fmla="*/ 679363 h 679363"/>
                <a:gd name="connsiteX4" fmla="*/ 8280 w 1482102"/>
                <a:gd name="connsiteY4" fmla="*/ 597226 h 679363"/>
                <a:gd name="connsiteX5" fmla="*/ 741051 w 1482102"/>
                <a:gd name="connsiteY5" fmla="*/ 0 h 679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82102" h="679363">
                  <a:moveTo>
                    <a:pt x="741051" y="0"/>
                  </a:moveTo>
                  <a:cubicBezTo>
                    <a:pt x="1102506" y="0"/>
                    <a:pt x="1404077" y="256390"/>
                    <a:pt x="1473822" y="597226"/>
                  </a:cubicBezTo>
                  <a:lnTo>
                    <a:pt x="1482102" y="679363"/>
                  </a:lnTo>
                  <a:lnTo>
                    <a:pt x="0" y="679363"/>
                  </a:lnTo>
                  <a:lnTo>
                    <a:pt x="8280" y="597226"/>
                  </a:lnTo>
                  <a:cubicBezTo>
                    <a:pt x="78025" y="256390"/>
                    <a:pt x="379596" y="0"/>
                    <a:pt x="74105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en-US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endParaRPr>
            </a:p>
          </p:txBody>
        </p:sp>
        <p:sp>
          <p:nvSpPr>
            <p:cNvPr id="7" name="Freeform: Shape 10">
              <a:extLst>
                <a:ext uri="{FF2B5EF4-FFF2-40B4-BE49-F238E27FC236}">
                  <a16:creationId xmlns:a16="http://schemas.microsoft.com/office/drawing/2014/main" id="{FBF7309D-93C5-EDDF-70F8-BB6CDE096E00}"/>
                </a:ext>
              </a:extLst>
            </p:cNvPr>
            <p:cNvSpPr/>
            <p:nvPr/>
          </p:nvSpPr>
          <p:spPr>
            <a:xfrm>
              <a:off x="19394" y="15241"/>
              <a:ext cx="2190406" cy="3331191"/>
            </a:xfrm>
            <a:custGeom>
              <a:avLst/>
              <a:gdLst>
                <a:gd name="connsiteX0" fmla="*/ 0 w 3296088"/>
                <a:gd name="connsiteY0" fmla="*/ 5012722 h 5012722"/>
                <a:gd name="connsiteX1" fmla="*/ 244031 w 3296088"/>
                <a:gd name="connsiteY1" fmla="*/ 4820222 h 5012722"/>
                <a:gd name="connsiteX2" fmla="*/ 729234 w 3296088"/>
                <a:gd name="connsiteY2" fmla="*/ 4360641 h 5012722"/>
                <a:gd name="connsiteX3" fmla="*/ 881444 w 3296088"/>
                <a:gd name="connsiteY3" fmla="*/ 4173950 h 5012722"/>
                <a:gd name="connsiteX4" fmla="*/ 1151287 w 3296088"/>
                <a:gd name="connsiteY4" fmla="*/ 3972877 h 5012722"/>
                <a:gd name="connsiteX5" fmla="*/ 1498664 w 3296088"/>
                <a:gd name="connsiteY5" fmla="*/ 3786188 h 5012722"/>
                <a:gd name="connsiteX6" fmla="*/ 1716881 w 3296088"/>
                <a:gd name="connsiteY6" fmla="*/ 3674174 h 5012722"/>
                <a:gd name="connsiteX7" fmla="*/ 1913573 w 3296088"/>
                <a:gd name="connsiteY7" fmla="*/ 3477387 h 5012722"/>
                <a:gd name="connsiteX8" fmla="*/ 2167700 w 3296088"/>
                <a:gd name="connsiteY8" fmla="*/ 3042190 h 5012722"/>
                <a:gd name="connsiteX9" fmla="*/ 2273903 w 3296088"/>
                <a:gd name="connsiteY9" fmla="*/ 2775014 h 5012722"/>
                <a:gd name="connsiteX10" fmla="*/ 2463356 w 3296088"/>
                <a:gd name="connsiteY10" fmla="*/ 2335530 h 5012722"/>
                <a:gd name="connsiteX11" fmla="*/ 2741866 w 3296088"/>
                <a:gd name="connsiteY11" fmla="*/ 1982248 h 5012722"/>
                <a:gd name="connsiteX12" fmla="*/ 2985897 w 3296088"/>
                <a:gd name="connsiteY12" fmla="*/ 1634681 h 5012722"/>
                <a:gd name="connsiteX13" fmla="*/ 3212687 w 3296088"/>
                <a:gd name="connsiteY13" fmla="*/ 1226820 h 5012722"/>
                <a:gd name="connsiteX14" fmla="*/ 3281553 w 3296088"/>
                <a:gd name="connsiteY14" fmla="*/ 959644 h 5012722"/>
                <a:gd name="connsiteX15" fmla="*/ 3295936 w 3296088"/>
                <a:gd name="connsiteY15" fmla="*/ 701135 h 5012722"/>
                <a:gd name="connsiteX16" fmla="*/ 3267266 w 3296088"/>
                <a:gd name="connsiteY16" fmla="*/ 436817 h 5012722"/>
                <a:gd name="connsiteX17" fmla="*/ 3105341 w 3296088"/>
                <a:gd name="connsiteY17" fmla="*/ 0 h 5012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6088" h="5012722">
                  <a:moveTo>
                    <a:pt x="0" y="5012722"/>
                  </a:moveTo>
                  <a:cubicBezTo>
                    <a:pt x="81820" y="4949095"/>
                    <a:pt x="163544" y="4885468"/>
                    <a:pt x="244031" y="4820222"/>
                  </a:cubicBezTo>
                  <a:cubicBezTo>
                    <a:pt x="417671" y="4679633"/>
                    <a:pt x="589883" y="4535139"/>
                    <a:pt x="729234" y="4360641"/>
                  </a:cubicBezTo>
                  <a:cubicBezTo>
                    <a:pt x="779431" y="4297776"/>
                    <a:pt x="825818" y="4231958"/>
                    <a:pt x="881444" y="4173950"/>
                  </a:cubicBezTo>
                  <a:cubicBezTo>
                    <a:pt x="959358" y="4092607"/>
                    <a:pt x="1054799" y="4031075"/>
                    <a:pt x="1151287" y="3972877"/>
                  </a:cubicBezTo>
                  <a:cubicBezTo>
                    <a:pt x="1263968" y="3904964"/>
                    <a:pt x="1379315" y="3841337"/>
                    <a:pt x="1498664" y="3786188"/>
                  </a:cubicBezTo>
                  <a:cubicBezTo>
                    <a:pt x="1573149" y="3751802"/>
                    <a:pt x="1649159" y="3720179"/>
                    <a:pt x="1716881" y="3674174"/>
                  </a:cubicBezTo>
                  <a:cubicBezTo>
                    <a:pt x="1794034" y="3621691"/>
                    <a:pt x="1856708" y="3551492"/>
                    <a:pt x="1913573" y="3477387"/>
                  </a:cubicBezTo>
                  <a:cubicBezTo>
                    <a:pt x="2016157" y="3343751"/>
                    <a:pt x="2099024" y="3196114"/>
                    <a:pt x="2167700" y="3042190"/>
                  </a:cubicBezTo>
                  <a:cubicBezTo>
                    <a:pt x="2206752" y="2954655"/>
                    <a:pt x="2241233" y="2865215"/>
                    <a:pt x="2273903" y="2775014"/>
                  </a:cubicBezTo>
                  <a:cubicBezTo>
                    <a:pt x="2328482" y="2624423"/>
                    <a:pt x="2379440" y="2471642"/>
                    <a:pt x="2463356" y="2335530"/>
                  </a:cubicBezTo>
                  <a:cubicBezTo>
                    <a:pt x="2542127" y="2207705"/>
                    <a:pt x="2647855" y="2099501"/>
                    <a:pt x="2741866" y="1982248"/>
                  </a:cubicBezTo>
                  <a:cubicBezTo>
                    <a:pt x="2830449" y="1871758"/>
                    <a:pt x="2908554" y="1753362"/>
                    <a:pt x="2985897" y="1634681"/>
                  </a:cubicBezTo>
                  <a:cubicBezTo>
                    <a:pt x="3071146" y="1503902"/>
                    <a:pt x="3156395" y="1372172"/>
                    <a:pt x="3212687" y="1226820"/>
                  </a:cubicBezTo>
                  <a:cubicBezTo>
                    <a:pt x="3246025" y="1140809"/>
                    <a:pt x="3268790" y="1051084"/>
                    <a:pt x="3281553" y="959644"/>
                  </a:cubicBezTo>
                  <a:cubicBezTo>
                    <a:pt x="3293555" y="874014"/>
                    <a:pt x="3296888" y="787527"/>
                    <a:pt x="3295936" y="701135"/>
                  </a:cubicBezTo>
                  <a:cubicBezTo>
                    <a:pt x="3294888" y="612172"/>
                    <a:pt x="3289268" y="523018"/>
                    <a:pt x="3267266" y="436817"/>
                  </a:cubicBezTo>
                  <a:cubicBezTo>
                    <a:pt x="3227832" y="282416"/>
                    <a:pt x="3105341" y="0"/>
                    <a:pt x="310534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pPr rtl="0"/>
              <a:endParaRPr lang="en-US" noProof="0" dirty="0"/>
            </a:p>
          </p:txBody>
        </p:sp>
        <p:sp>
          <p:nvSpPr>
            <p:cNvPr id="8" name="Freeform: Shape 11">
              <a:extLst>
                <a:ext uri="{FF2B5EF4-FFF2-40B4-BE49-F238E27FC236}">
                  <a16:creationId xmlns:a16="http://schemas.microsoft.com/office/drawing/2014/main" id="{54770304-0166-E338-9DC5-53FF3EAE5A24}"/>
                </a:ext>
              </a:extLst>
            </p:cNvPr>
            <p:cNvSpPr/>
            <p:nvPr/>
          </p:nvSpPr>
          <p:spPr>
            <a:xfrm>
              <a:off x="10849" y="15178"/>
              <a:ext cx="1978674" cy="3074959"/>
            </a:xfrm>
            <a:custGeom>
              <a:avLst/>
              <a:gdLst>
                <a:gd name="connsiteX0" fmla="*/ 0 w 2977477"/>
                <a:gd name="connsiteY0" fmla="*/ 4627150 h 4627149"/>
                <a:gd name="connsiteX1" fmla="*/ 275082 w 2977477"/>
                <a:gd name="connsiteY1" fmla="*/ 4341590 h 4627149"/>
                <a:gd name="connsiteX2" fmla="*/ 502825 w 2977477"/>
                <a:gd name="connsiteY2" fmla="*/ 4054126 h 4627149"/>
                <a:gd name="connsiteX3" fmla="*/ 666179 w 2977477"/>
                <a:gd name="connsiteY3" fmla="*/ 3890677 h 4627149"/>
                <a:gd name="connsiteX4" fmla="*/ 864203 w 2977477"/>
                <a:gd name="connsiteY4" fmla="*/ 3675983 h 4627149"/>
                <a:gd name="connsiteX5" fmla="*/ 982599 w 2977477"/>
                <a:gd name="connsiteY5" fmla="*/ 3557492 h 4627149"/>
                <a:gd name="connsiteX6" fmla="*/ 1188244 w 2977477"/>
                <a:gd name="connsiteY6" fmla="*/ 3329654 h 4627149"/>
                <a:gd name="connsiteX7" fmla="*/ 1344740 w 2977477"/>
                <a:gd name="connsiteY7" fmla="*/ 3146774 h 4627149"/>
                <a:gd name="connsiteX8" fmla="*/ 1470755 w 2977477"/>
                <a:gd name="connsiteY8" fmla="*/ 2984659 h 4627149"/>
                <a:gd name="connsiteX9" fmla="*/ 1657636 w 2977477"/>
                <a:gd name="connsiteY9" fmla="*/ 2670239 h 4627149"/>
                <a:gd name="connsiteX10" fmla="*/ 1762887 w 2977477"/>
                <a:gd name="connsiteY10" fmla="*/ 2473547 h 4627149"/>
                <a:gd name="connsiteX11" fmla="*/ 1866710 w 2977477"/>
                <a:gd name="connsiteY11" fmla="*/ 2290667 h 4627149"/>
                <a:gd name="connsiteX12" fmla="*/ 2106263 w 2977477"/>
                <a:gd name="connsiteY12" fmla="*/ 2030254 h 4627149"/>
                <a:gd name="connsiteX13" fmla="*/ 2277237 w 2977477"/>
                <a:gd name="connsiteY13" fmla="*/ 1859185 h 4627149"/>
                <a:gd name="connsiteX14" fmla="*/ 2499455 w 2977477"/>
                <a:gd name="connsiteY14" fmla="*/ 1656207 h 4627149"/>
                <a:gd name="connsiteX15" fmla="*/ 2707100 w 2977477"/>
                <a:gd name="connsiteY15" fmla="*/ 1390269 h 4627149"/>
                <a:gd name="connsiteX16" fmla="*/ 2812352 w 2977477"/>
                <a:gd name="connsiteY16" fmla="*/ 1230916 h 4627149"/>
                <a:gd name="connsiteX17" fmla="*/ 2898172 w 2977477"/>
                <a:gd name="connsiteY17" fmla="*/ 1036987 h 4627149"/>
                <a:gd name="connsiteX18" fmla="*/ 2963228 w 2977477"/>
                <a:gd name="connsiteY18" fmla="*/ 850011 h 4627149"/>
                <a:gd name="connsiteX19" fmla="*/ 2977325 w 2977477"/>
                <a:gd name="connsiteY19" fmla="*/ 745427 h 4627149"/>
                <a:gd name="connsiteX20" fmla="*/ 2929509 w 2977477"/>
                <a:gd name="connsiteY20" fmla="*/ 480155 h 4627149"/>
                <a:gd name="connsiteX21" fmla="*/ 2563082 w 2977477"/>
                <a:gd name="connsiteY21" fmla="*/ 0 h 462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977477" h="4627149">
                  <a:moveTo>
                    <a:pt x="0" y="4627150"/>
                  </a:moveTo>
                  <a:cubicBezTo>
                    <a:pt x="79820" y="4552283"/>
                    <a:pt x="203835" y="4424648"/>
                    <a:pt x="275082" y="4341590"/>
                  </a:cubicBezTo>
                  <a:cubicBezTo>
                    <a:pt x="354711" y="4248722"/>
                    <a:pt x="421005" y="4145090"/>
                    <a:pt x="502825" y="4054126"/>
                  </a:cubicBezTo>
                  <a:cubicBezTo>
                    <a:pt x="554355" y="3996881"/>
                    <a:pt x="612362" y="3945827"/>
                    <a:pt x="666179" y="3890677"/>
                  </a:cubicBezTo>
                  <a:cubicBezTo>
                    <a:pt x="734187" y="3821049"/>
                    <a:pt x="796671" y="3746183"/>
                    <a:pt x="864203" y="3675983"/>
                  </a:cubicBezTo>
                  <a:cubicBezTo>
                    <a:pt x="902875" y="3635788"/>
                    <a:pt x="943642" y="3597593"/>
                    <a:pt x="982599" y="3557492"/>
                  </a:cubicBezTo>
                  <a:cubicBezTo>
                    <a:pt x="1053941" y="3484150"/>
                    <a:pt x="1121378" y="3407093"/>
                    <a:pt x="1188244" y="3329654"/>
                  </a:cubicBezTo>
                  <a:cubicBezTo>
                    <a:pt x="1240631" y="3268885"/>
                    <a:pt x="1293495" y="3208496"/>
                    <a:pt x="1344740" y="3146774"/>
                  </a:cubicBezTo>
                  <a:cubicBezTo>
                    <a:pt x="1388459" y="3094101"/>
                    <a:pt x="1431512" y="3040761"/>
                    <a:pt x="1470755" y="2984659"/>
                  </a:cubicBezTo>
                  <a:cubicBezTo>
                    <a:pt x="1540764" y="2884646"/>
                    <a:pt x="1598771" y="2777109"/>
                    <a:pt x="1657636" y="2670239"/>
                  </a:cubicBezTo>
                  <a:cubicBezTo>
                    <a:pt x="1693545" y="2605088"/>
                    <a:pt x="1728502" y="2539460"/>
                    <a:pt x="1762887" y="2473547"/>
                  </a:cubicBezTo>
                  <a:cubicBezTo>
                    <a:pt x="1795367" y="2411349"/>
                    <a:pt x="1826419" y="2348103"/>
                    <a:pt x="1866710" y="2290667"/>
                  </a:cubicBezTo>
                  <a:cubicBezTo>
                    <a:pt x="1934623" y="2193893"/>
                    <a:pt x="2022729" y="2114169"/>
                    <a:pt x="2106263" y="2030254"/>
                  </a:cubicBezTo>
                  <a:cubicBezTo>
                    <a:pt x="2163128" y="1973104"/>
                    <a:pt x="2218182" y="1914049"/>
                    <a:pt x="2277237" y="1859185"/>
                  </a:cubicBezTo>
                  <a:cubicBezTo>
                    <a:pt x="2350770" y="1790891"/>
                    <a:pt x="2430304" y="1728978"/>
                    <a:pt x="2499455" y="1656207"/>
                  </a:cubicBezTo>
                  <a:cubicBezTo>
                    <a:pt x="2576989" y="1574578"/>
                    <a:pt x="2641568" y="1481900"/>
                    <a:pt x="2707100" y="1390269"/>
                  </a:cubicBezTo>
                  <a:cubicBezTo>
                    <a:pt x="2744153" y="1338453"/>
                    <a:pt x="2781586" y="1286732"/>
                    <a:pt x="2812352" y="1230916"/>
                  </a:cubicBezTo>
                  <a:cubicBezTo>
                    <a:pt x="2846546" y="1168908"/>
                    <a:pt x="2872550" y="1102900"/>
                    <a:pt x="2898172" y="1036987"/>
                  </a:cubicBezTo>
                  <a:cubicBezTo>
                    <a:pt x="2922175" y="975455"/>
                    <a:pt x="2948273" y="914305"/>
                    <a:pt x="2963228" y="850011"/>
                  </a:cubicBezTo>
                  <a:cubicBezTo>
                    <a:pt x="2971229" y="815626"/>
                    <a:pt x="2976563" y="780764"/>
                    <a:pt x="2977325" y="745427"/>
                  </a:cubicBezTo>
                  <a:cubicBezTo>
                    <a:pt x="2979230" y="654844"/>
                    <a:pt x="2963323" y="564261"/>
                    <a:pt x="2929509" y="480155"/>
                  </a:cubicBezTo>
                  <a:cubicBezTo>
                    <a:pt x="2851309" y="285655"/>
                    <a:pt x="2563082" y="0"/>
                    <a:pt x="2563082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pPr rtl="0"/>
              <a:endParaRPr lang="en-US" noProof="0" dirty="0"/>
            </a:p>
          </p:txBody>
        </p:sp>
        <p:sp>
          <p:nvSpPr>
            <p:cNvPr id="9" name="Freeform: Shape 12">
              <a:extLst>
                <a:ext uri="{FF2B5EF4-FFF2-40B4-BE49-F238E27FC236}">
                  <a16:creationId xmlns:a16="http://schemas.microsoft.com/office/drawing/2014/main" id="{84659F45-0B9C-5A8E-603E-B596282270DE}"/>
                </a:ext>
              </a:extLst>
            </p:cNvPr>
            <p:cNvSpPr/>
            <p:nvPr/>
          </p:nvSpPr>
          <p:spPr>
            <a:xfrm>
              <a:off x="25092" y="15178"/>
              <a:ext cx="1566146" cy="2737264"/>
            </a:xfrm>
            <a:custGeom>
              <a:avLst/>
              <a:gdLst>
                <a:gd name="connsiteX0" fmla="*/ 1707071 w 2356712"/>
                <a:gd name="connsiteY0" fmla="*/ 0 h 4118991"/>
                <a:gd name="connsiteX1" fmla="*/ 1824514 w 2356712"/>
                <a:gd name="connsiteY1" fmla="*/ 244697 h 4118991"/>
                <a:gd name="connsiteX2" fmla="*/ 1908715 w 2356712"/>
                <a:gd name="connsiteY2" fmla="*/ 328994 h 4118991"/>
                <a:gd name="connsiteX3" fmla="*/ 2226469 w 2356712"/>
                <a:gd name="connsiteY3" fmla="*/ 603695 h 4118991"/>
                <a:gd name="connsiteX4" fmla="*/ 2355628 w 2356712"/>
                <a:gd name="connsiteY4" fmla="*/ 900494 h 4118991"/>
                <a:gd name="connsiteX5" fmla="*/ 2281428 w 2356712"/>
                <a:gd name="connsiteY5" fmla="*/ 1206913 h 4118991"/>
                <a:gd name="connsiteX6" fmla="*/ 2092452 w 2356712"/>
                <a:gd name="connsiteY6" fmla="*/ 1460659 h 4118991"/>
                <a:gd name="connsiteX7" fmla="*/ 1834039 w 2356712"/>
                <a:gd name="connsiteY7" fmla="*/ 1625822 h 4118991"/>
                <a:gd name="connsiteX8" fmla="*/ 1558862 w 2356712"/>
                <a:gd name="connsiteY8" fmla="*/ 1743075 h 4118991"/>
                <a:gd name="connsiteX9" fmla="*/ 1386554 w 2356712"/>
                <a:gd name="connsiteY9" fmla="*/ 1869948 h 4118991"/>
                <a:gd name="connsiteX10" fmla="*/ 1271683 w 2356712"/>
                <a:gd name="connsiteY10" fmla="*/ 2073402 h 4118991"/>
                <a:gd name="connsiteX11" fmla="*/ 1178338 w 2356712"/>
                <a:gd name="connsiteY11" fmla="*/ 2355914 h 4118991"/>
                <a:gd name="connsiteX12" fmla="*/ 1113758 w 2356712"/>
                <a:gd name="connsiteY12" fmla="*/ 2578513 h 4118991"/>
                <a:gd name="connsiteX13" fmla="*/ 1034796 w 2356712"/>
                <a:gd name="connsiteY13" fmla="*/ 2834640 h 4118991"/>
                <a:gd name="connsiteX14" fmla="*/ 905637 w 2356712"/>
                <a:gd name="connsiteY14" fmla="*/ 3081242 h 4118991"/>
                <a:gd name="connsiteX15" fmla="*/ 793147 w 2356712"/>
                <a:gd name="connsiteY15" fmla="*/ 3258407 h 4118991"/>
                <a:gd name="connsiteX16" fmla="*/ 546735 w 2356712"/>
                <a:gd name="connsiteY16" fmla="*/ 3571970 h 4118991"/>
                <a:gd name="connsiteX17" fmla="*/ 346996 w 2356712"/>
                <a:gd name="connsiteY17" fmla="*/ 3771900 h 4118991"/>
                <a:gd name="connsiteX18" fmla="*/ 174689 w 2356712"/>
                <a:gd name="connsiteY18" fmla="*/ 3944207 h 4118991"/>
                <a:gd name="connsiteX19" fmla="*/ 0 w 2356712"/>
                <a:gd name="connsiteY19" fmla="*/ 4118991 h 411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356712" h="4118991">
                  <a:moveTo>
                    <a:pt x="1707071" y="0"/>
                  </a:moveTo>
                  <a:cubicBezTo>
                    <a:pt x="1715357" y="22098"/>
                    <a:pt x="1812608" y="224409"/>
                    <a:pt x="1824514" y="244697"/>
                  </a:cubicBezTo>
                  <a:cubicBezTo>
                    <a:pt x="1844802" y="279273"/>
                    <a:pt x="1876996" y="304324"/>
                    <a:pt x="1908715" y="328994"/>
                  </a:cubicBezTo>
                  <a:cubicBezTo>
                    <a:pt x="2019967" y="415195"/>
                    <a:pt x="2137886" y="494633"/>
                    <a:pt x="2226469" y="603695"/>
                  </a:cubicBezTo>
                  <a:cubicBezTo>
                    <a:pt x="2296287" y="689610"/>
                    <a:pt x="2347817" y="790480"/>
                    <a:pt x="2355628" y="900494"/>
                  </a:cubicBezTo>
                  <a:cubicBezTo>
                    <a:pt x="2363248" y="1007078"/>
                    <a:pt x="2329910" y="1111187"/>
                    <a:pt x="2281428" y="1206913"/>
                  </a:cubicBezTo>
                  <a:cubicBezTo>
                    <a:pt x="2233422" y="1301877"/>
                    <a:pt x="2170938" y="1388936"/>
                    <a:pt x="2092452" y="1460659"/>
                  </a:cubicBezTo>
                  <a:cubicBezTo>
                    <a:pt x="2016538" y="1530001"/>
                    <a:pt x="1927765" y="1583436"/>
                    <a:pt x="1834039" y="1625822"/>
                  </a:cubicBezTo>
                  <a:cubicBezTo>
                    <a:pt x="1743075" y="1666970"/>
                    <a:pt x="1647730" y="1697736"/>
                    <a:pt x="1558862" y="1743075"/>
                  </a:cubicBezTo>
                  <a:cubicBezTo>
                    <a:pt x="1494758" y="1775841"/>
                    <a:pt x="1434275" y="1816132"/>
                    <a:pt x="1386554" y="1869948"/>
                  </a:cubicBezTo>
                  <a:cubicBezTo>
                    <a:pt x="1334548" y="1928622"/>
                    <a:pt x="1300544" y="2000345"/>
                    <a:pt x="1271683" y="2073402"/>
                  </a:cubicBezTo>
                  <a:cubicBezTo>
                    <a:pt x="1235202" y="2165699"/>
                    <a:pt x="1206722" y="2260759"/>
                    <a:pt x="1178338" y="2355914"/>
                  </a:cubicBezTo>
                  <a:cubicBezTo>
                    <a:pt x="1156240" y="2429923"/>
                    <a:pt x="1134237" y="2504028"/>
                    <a:pt x="1113758" y="2578513"/>
                  </a:cubicBezTo>
                  <a:cubicBezTo>
                    <a:pt x="1090041" y="2664714"/>
                    <a:pt x="1068134" y="2751678"/>
                    <a:pt x="1034796" y="2834640"/>
                  </a:cubicBezTo>
                  <a:cubicBezTo>
                    <a:pt x="1000125" y="2920841"/>
                    <a:pt x="953643" y="3001613"/>
                    <a:pt x="905637" y="3081242"/>
                  </a:cubicBezTo>
                  <a:cubicBezTo>
                    <a:pt x="869442" y="3141155"/>
                    <a:pt x="832295" y="3200400"/>
                    <a:pt x="793147" y="3258407"/>
                  </a:cubicBezTo>
                  <a:cubicBezTo>
                    <a:pt x="718661" y="3368802"/>
                    <a:pt x="637223" y="3474434"/>
                    <a:pt x="546735" y="3571970"/>
                  </a:cubicBezTo>
                  <a:cubicBezTo>
                    <a:pt x="482632" y="3641027"/>
                    <a:pt x="414147" y="3705797"/>
                    <a:pt x="346996" y="3771900"/>
                  </a:cubicBezTo>
                  <a:cubicBezTo>
                    <a:pt x="288989" y="3828764"/>
                    <a:pt x="232029" y="3886676"/>
                    <a:pt x="174689" y="3944207"/>
                  </a:cubicBezTo>
                  <a:cubicBezTo>
                    <a:pt x="116586" y="4002596"/>
                    <a:pt x="58293" y="4060698"/>
                    <a:pt x="0" y="411899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pPr rtl="0"/>
              <a:endParaRPr lang="en-US" noProof="0" dirty="0"/>
            </a:p>
          </p:txBody>
        </p:sp>
        <p:sp>
          <p:nvSpPr>
            <p:cNvPr id="10" name="Freeform: Shape 13">
              <a:extLst>
                <a:ext uri="{FF2B5EF4-FFF2-40B4-BE49-F238E27FC236}">
                  <a16:creationId xmlns:a16="http://schemas.microsoft.com/office/drawing/2014/main" id="{70A5F154-3FCF-47B9-B7C5-35BF9591E231}"/>
                </a:ext>
              </a:extLst>
            </p:cNvPr>
            <p:cNvSpPr/>
            <p:nvPr/>
          </p:nvSpPr>
          <p:spPr>
            <a:xfrm>
              <a:off x="10849" y="15178"/>
              <a:ext cx="1368431" cy="2644975"/>
            </a:xfrm>
            <a:custGeom>
              <a:avLst/>
              <a:gdLst>
                <a:gd name="connsiteX0" fmla="*/ 0 w 2059193"/>
                <a:gd name="connsiteY0" fmla="*/ 3980116 h 3980116"/>
                <a:gd name="connsiteX1" fmla="*/ 471583 w 2059193"/>
                <a:gd name="connsiteY1" fmla="*/ 3515678 h 3980116"/>
                <a:gd name="connsiteX2" fmla="*/ 758666 w 2059193"/>
                <a:gd name="connsiteY2" fmla="*/ 3163824 h 3980116"/>
                <a:gd name="connsiteX3" fmla="*/ 940499 w 2059193"/>
                <a:gd name="connsiteY3" fmla="*/ 2780824 h 3980116"/>
                <a:gd name="connsiteX4" fmla="*/ 1055370 w 2059193"/>
                <a:gd name="connsiteY4" fmla="*/ 2242185 h 3980116"/>
                <a:gd name="connsiteX5" fmla="*/ 1136714 w 2059193"/>
                <a:gd name="connsiteY5" fmla="*/ 1878330 h 3980116"/>
                <a:gd name="connsiteX6" fmla="*/ 1246727 w 2059193"/>
                <a:gd name="connsiteY6" fmla="*/ 1562386 h 3980116"/>
                <a:gd name="connsiteX7" fmla="*/ 1378363 w 2059193"/>
                <a:gd name="connsiteY7" fmla="*/ 1430750 h 3980116"/>
                <a:gd name="connsiteX8" fmla="*/ 1691831 w 2059193"/>
                <a:gd name="connsiteY8" fmla="*/ 1394841 h 3980116"/>
                <a:gd name="connsiteX9" fmla="*/ 1914335 w 2059193"/>
                <a:gd name="connsiteY9" fmla="*/ 1323023 h 3980116"/>
                <a:gd name="connsiteX10" fmla="*/ 2055495 w 2059193"/>
                <a:gd name="connsiteY10" fmla="*/ 1098042 h 3980116"/>
                <a:gd name="connsiteX11" fmla="*/ 2033969 w 2059193"/>
                <a:gd name="connsiteY11" fmla="*/ 930497 h 3980116"/>
                <a:gd name="connsiteX12" fmla="*/ 1885664 w 2059193"/>
                <a:gd name="connsiteY12" fmla="*/ 760571 h 3980116"/>
                <a:gd name="connsiteX13" fmla="*/ 1636871 w 2059193"/>
                <a:gd name="connsiteY13" fmla="*/ 612172 h 3980116"/>
                <a:gd name="connsiteX14" fmla="*/ 1335405 w 2059193"/>
                <a:gd name="connsiteY14" fmla="*/ 459010 h 3980116"/>
                <a:gd name="connsiteX15" fmla="*/ 1234916 w 2059193"/>
                <a:gd name="connsiteY15" fmla="*/ 269939 h 3980116"/>
                <a:gd name="connsiteX16" fmla="*/ 1386935 w 2059193"/>
                <a:gd name="connsiteY16" fmla="*/ 0 h 398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59193" h="3980116">
                  <a:moveTo>
                    <a:pt x="0" y="3980116"/>
                  </a:moveTo>
                  <a:cubicBezTo>
                    <a:pt x="91345" y="3889534"/>
                    <a:pt x="382715" y="3608737"/>
                    <a:pt x="471583" y="3515678"/>
                  </a:cubicBezTo>
                  <a:cubicBezTo>
                    <a:pt x="576358" y="3405949"/>
                    <a:pt x="675989" y="3290983"/>
                    <a:pt x="758666" y="3163824"/>
                  </a:cubicBezTo>
                  <a:cubicBezTo>
                    <a:pt x="836105" y="3044857"/>
                    <a:pt x="897445" y="2916079"/>
                    <a:pt x="940499" y="2780824"/>
                  </a:cubicBezTo>
                  <a:cubicBezTo>
                    <a:pt x="996315" y="2605754"/>
                    <a:pt x="1020985" y="2422874"/>
                    <a:pt x="1055370" y="2242185"/>
                  </a:cubicBezTo>
                  <a:cubicBezTo>
                    <a:pt x="1078611" y="2120075"/>
                    <a:pt x="1107472" y="1999107"/>
                    <a:pt x="1136714" y="1878330"/>
                  </a:cubicBezTo>
                  <a:cubicBezTo>
                    <a:pt x="1163098" y="1769174"/>
                    <a:pt x="1189482" y="1658588"/>
                    <a:pt x="1246727" y="1562386"/>
                  </a:cubicBezTo>
                  <a:cubicBezTo>
                    <a:pt x="1279208" y="1507808"/>
                    <a:pt x="1321689" y="1459039"/>
                    <a:pt x="1378363" y="1430750"/>
                  </a:cubicBezTo>
                  <a:cubicBezTo>
                    <a:pt x="1473327" y="1383221"/>
                    <a:pt x="1584865" y="1402652"/>
                    <a:pt x="1691831" y="1394841"/>
                  </a:cubicBezTo>
                  <a:cubicBezTo>
                    <a:pt x="1771079" y="1389031"/>
                    <a:pt x="1849279" y="1368266"/>
                    <a:pt x="1914335" y="1323023"/>
                  </a:cubicBezTo>
                  <a:cubicBezTo>
                    <a:pt x="1989963" y="1270445"/>
                    <a:pt x="2041493" y="1189101"/>
                    <a:pt x="2055495" y="1098042"/>
                  </a:cubicBezTo>
                  <a:cubicBezTo>
                    <a:pt x="2064258" y="1041178"/>
                    <a:pt x="2057591" y="982980"/>
                    <a:pt x="2033969" y="930497"/>
                  </a:cubicBezTo>
                  <a:cubicBezTo>
                    <a:pt x="2002727" y="861060"/>
                    <a:pt x="1945958" y="807625"/>
                    <a:pt x="1885664" y="760571"/>
                  </a:cubicBezTo>
                  <a:cubicBezTo>
                    <a:pt x="1809179" y="700945"/>
                    <a:pt x="1725549" y="651415"/>
                    <a:pt x="1636871" y="612172"/>
                  </a:cubicBezTo>
                  <a:cubicBezTo>
                    <a:pt x="1532763" y="566071"/>
                    <a:pt x="1421606" y="532543"/>
                    <a:pt x="1335405" y="459010"/>
                  </a:cubicBezTo>
                  <a:cubicBezTo>
                    <a:pt x="1277969" y="409956"/>
                    <a:pt x="1232059" y="344615"/>
                    <a:pt x="1234916" y="269939"/>
                  </a:cubicBezTo>
                  <a:cubicBezTo>
                    <a:pt x="1237012" y="211741"/>
                    <a:pt x="1386935" y="0"/>
                    <a:pt x="1386935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pPr rtl="0"/>
              <a:endParaRPr lang="en-US" noProof="0" dirty="0"/>
            </a:p>
          </p:txBody>
        </p:sp>
        <p:sp>
          <p:nvSpPr>
            <p:cNvPr id="11" name="Freeform: Shape 14">
              <a:extLst>
                <a:ext uri="{FF2B5EF4-FFF2-40B4-BE49-F238E27FC236}">
                  <a16:creationId xmlns:a16="http://schemas.microsoft.com/office/drawing/2014/main" id="{421000D3-834B-680B-2527-D152BB8F1EE1}"/>
                </a:ext>
              </a:extLst>
            </p:cNvPr>
            <p:cNvSpPr/>
            <p:nvPr/>
          </p:nvSpPr>
          <p:spPr>
            <a:xfrm>
              <a:off x="18825" y="543780"/>
              <a:ext cx="494287" cy="1905590"/>
            </a:xfrm>
            <a:custGeom>
              <a:avLst/>
              <a:gdLst>
                <a:gd name="connsiteX0" fmla="*/ 11144 w 743796"/>
                <a:gd name="connsiteY0" fmla="*/ 0 h 2867501"/>
                <a:gd name="connsiteX1" fmla="*/ 353663 w 743796"/>
                <a:gd name="connsiteY1" fmla="*/ 55245 h 2867501"/>
                <a:gd name="connsiteX2" fmla="*/ 571405 w 743796"/>
                <a:gd name="connsiteY2" fmla="*/ 179737 h 2867501"/>
                <a:gd name="connsiteX3" fmla="*/ 688658 w 743796"/>
                <a:gd name="connsiteY3" fmla="*/ 368808 h 2867501"/>
                <a:gd name="connsiteX4" fmla="*/ 731711 w 743796"/>
                <a:gd name="connsiteY4" fmla="*/ 612934 h 2867501"/>
                <a:gd name="connsiteX5" fmla="*/ 725233 w 743796"/>
                <a:gd name="connsiteY5" fmla="*/ 995648 h 2867501"/>
                <a:gd name="connsiteX6" fmla="*/ 742855 w 743796"/>
                <a:gd name="connsiteY6" fmla="*/ 1499330 h 2867501"/>
                <a:gd name="connsiteX7" fmla="*/ 707898 w 743796"/>
                <a:gd name="connsiteY7" fmla="*/ 1793081 h 2867501"/>
                <a:gd name="connsiteX8" fmla="*/ 633222 w 743796"/>
                <a:gd name="connsiteY8" fmla="*/ 2073592 h 2867501"/>
                <a:gd name="connsiteX9" fmla="*/ 404527 w 743796"/>
                <a:gd name="connsiteY9" fmla="*/ 2472404 h 2867501"/>
                <a:gd name="connsiteX10" fmla="*/ 0 w 743796"/>
                <a:gd name="connsiteY10" fmla="*/ 2867501 h 2867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3796" h="2867501">
                  <a:moveTo>
                    <a:pt x="11144" y="0"/>
                  </a:moveTo>
                  <a:cubicBezTo>
                    <a:pt x="101060" y="2953"/>
                    <a:pt x="268796" y="25146"/>
                    <a:pt x="353663" y="55245"/>
                  </a:cubicBezTo>
                  <a:cubicBezTo>
                    <a:pt x="433483" y="83534"/>
                    <a:pt x="510635" y="120967"/>
                    <a:pt x="571405" y="179737"/>
                  </a:cubicBezTo>
                  <a:cubicBezTo>
                    <a:pt x="625412" y="231934"/>
                    <a:pt x="663607" y="297942"/>
                    <a:pt x="688658" y="368808"/>
                  </a:cubicBezTo>
                  <a:cubicBezTo>
                    <a:pt x="716375" y="447103"/>
                    <a:pt x="727996" y="529876"/>
                    <a:pt x="731711" y="612934"/>
                  </a:cubicBezTo>
                  <a:cubicBezTo>
                    <a:pt x="737426" y="740474"/>
                    <a:pt x="724948" y="867918"/>
                    <a:pt x="725233" y="995648"/>
                  </a:cubicBezTo>
                  <a:cubicBezTo>
                    <a:pt x="725710" y="1163765"/>
                    <a:pt x="748665" y="1331309"/>
                    <a:pt x="742855" y="1499330"/>
                  </a:cubicBezTo>
                  <a:cubicBezTo>
                    <a:pt x="739426" y="1598009"/>
                    <a:pt x="725996" y="1696022"/>
                    <a:pt x="707898" y="1793081"/>
                  </a:cubicBezTo>
                  <a:cubicBezTo>
                    <a:pt x="690086" y="1888426"/>
                    <a:pt x="666845" y="1982724"/>
                    <a:pt x="633222" y="2073592"/>
                  </a:cubicBezTo>
                  <a:cubicBezTo>
                    <a:pt x="579692" y="2218182"/>
                    <a:pt x="499682" y="2351056"/>
                    <a:pt x="404527" y="2472404"/>
                  </a:cubicBezTo>
                  <a:cubicBezTo>
                    <a:pt x="266033" y="2648902"/>
                    <a:pt x="179642" y="2732818"/>
                    <a:pt x="0" y="286750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pPr rtl="0"/>
              <a:endParaRPr lang="en-US" noProof="0" dirty="0"/>
            </a:p>
          </p:txBody>
        </p:sp>
        <p:sp>
          <p:nvSpPr>
            <p:cNvPr id="12" name="Freeform: Shape 15">
              <a:extLst>
                <a:ext uri="{FF2B5EF4-FFF2-40B4-BE49-F238E27FC236}">
                  <a16:creationId xmlns:a16="http://schemas.microsoft.com/office/drawing/2014/main" id="{42E06095-8C9B-EE19-1498-77CFC001B963}"/>
                </a:ext>
              </a:extLst>
            </p:cNvPr>
            <p:cNvSpPr/>
            <p:nvPr/>
          </p:nvSpPr>
          <p:spPr>
            <a:xfrm>
              <a:off x="10849" y="672286"/>
              <a:ext cx="396930" cy="1690303"/>
            </a:xfrm>
            <a:custGeom>
              <a:avLst/>
              <a:gdLst>
                <a:gd name="connsiteX0" fmla="*/ 16478 w 597294"/>
                <a:gd name="connsiteY0" fmla="*/ 2079 h 2543540"/>
                <a:gd name="connsiteX1" fmla="*/ 299847 w 597294"/>
                <a:gd name="connsiteY1" fmla="*/ 53991 h 2543540"/>
                <a:gd name="connsiteX2" fmla="*/ 503206 w 597294"/>
                <a:gd name="connsiteY2" fmla="*/ 291354 h 2543540"/>
                <a:gd name="connsiteX3" fmla="*/ 525113 w 597294"/>
                <a:gd name="connsiteY3" fmla="*/ 724265 h 2543540"/>
                <a:gd name="connsiteX4" fmla="*/ 578930 w 597294"/>
                <a:gd name="connsiteY4" fmla="*/ 1117267 h 2543540"/>
                <a:gd name="connsiteX5" fmla="*/ 592931 w 597294"/>
                <a:gd name="connsiteY5" fmla="*/ 1476359 h 2543540"/>
                <a:gd name="connsiteX6" fmla="*/ 503206 w 597294"/>
                <a:gd name="connsiteY6" fmla="*/ 1859359 h 2543540"/>
                <a:gd name="connsiteX7" fmla="*/ 291846 w 597294"/>
                <a:gd name="connsiteY7" fmla="*/ 2250361 h 2543540"/>
                <a:gd name="connsiteX8" fmla="*/ 0 w 597294"/>
                <a:gd name="connsiteY8" fmla="*/ 2543540 h 254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7294" h="2543540">
                  <a:moveTo>
                    <a:pt x="16478" y="2079"/>
                  </a:moveTo>
                  <a:cubicBezTo>
                    <a:pt x="101441" y="-6684"/>
                    <a:pt x="224885" y="12557"/>
                    <a:pt x="299847" y="53991"/>
                  </a:cubicBezTo>
                  <a:cubicBezTo>
                    <a:pt x="394240" y="106092"/>
                    <a:pt x="468440" y="189341"/>
                    <a:pt x="503206" y="291354"/>
                  </a:cubicBezTo>
                  <a:cubicBezTo>
                    <a:pt x="550069" y="429085"/>
                    <a:pt x="520827" y="577770"/>
                    <a:pt x="525113" y="724265"/>
                  </a:cubicBezTo>
                  <a:cubicBezTo>
                    <a:pt x="529019" y="856472"/>
                    <a:pt x="561118" y="986012"/>
                    <a:pt x="578930" y="1117267"/>
                  </a:cubicBezTo>
                  <a:cubicBezTo>
                    <a:pt x="595122" y="1236234"/>
                    <a:pt x="602742" y="1356630"/>
                    <a:pt x="592931" y="1476359"/>
                  </a:cubicBezTo>
                  <a:cubicBezTo>
                    <a:pt x="582073" y="1607709"/>
                    <a:pt x="549783" y="1736011"/>
                    <a:pt x="503206" y="1859359"/>
                  </a:cubicBezTo>
                  <a:cubicBezTo>
                    <a:pt x="450628" y="1998710"/>
                    <a:pt x="383857" y="2133298"/>
                    <a:pt x="291846" y="2250361"/>
                  </a:cubicBezTo>
                  <a:cubicBezTo>
                    <a:pt x="231553" y="2327132"/>
                    <a:pt x="73819" y="2479532"/>
                    <a:pt x="0" y="254354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pPr rtl="0"/>
              <a:endParaRPr lang="en-US" noProof="0" dirty="0"/>
            </a:p>
          </p:txBody>
        </p:sp>
        <p:sp>
          <p:nvSpPr>
            <p:cNvPr id="13" name="Freeform: Shape 16">
              <a:extLst>
                <a:ext uri="{FF2B5EF4-FFF2-40B4-BE49-F238E27FC236}">
                  <a16:creationId xmlns:a16="http://schemas.microsoft.com/office/drawing/2014/main" id="{94C4696D-BBBC-E412-D4E6-75FC29A89946}"/>
                </a:ext>
              </a:extLst>
            </p:cNvPr>
            <p:cNvSpPr/>
            <p:nvPr/>
          </p:nvSpPr>
          <p:spPr>
            <a:xfrm>
              <a:off x="23002" y="881264"/>
              <a:ext cx="258791" cy="1336561"/>
            </a:xfrm>
            <a:custGeom>
              <a:avLst/>
              <a:gdLst>
                <a:gd name="connsiteX0" fmla="*/ 0 w 389425"/>
                <a:gd name="connsiteY0" fmla="*/ 33 h 2011236"/>
                <a:gd name="connsiteX1" fmla="*/ 171260 w 389425"/>
                <a:gd name="connsiteY1" fmla="*/ 60326 h 2011236"/>
                <a:gd name="connsiteX2" fmla="*/ 211455 w 389425"/>
                <a:gd name="connsiteY2" fmla="*/ 221204 h 2011236"/>
                <a:gd name="connsiteX3" fmla="*/ 243078 w 389425"/>
                <a:gd name="connsiteY3" fmla="*/ 448089 h 2011236"/>
                <a:gd name="connsiteX4" fmla="*/ 346424 w 389425"/>
                <a:gd name="connsiteY4" fmla="*/ 789941 h 2011236"/>
                <a:gd name="connsiteX5" fmla="*/ 372237 w 389425"/>
                <a:gd name="connsiteY5" fmla="*/ 942151 h 2011236"/>
                <a:gd name="connsiteX6" fmla="*/ 386620 w 389425"/>
                <a:gd name="connsiteY6" fmla="*/ 1272478 h 2011236"/>
                <a:gd name="connsiteX7" fmla="*/ 280416 w 389425"/>
                <a:gd name="connsiteY7" fmla="*/ 1660241 h 2011236"/>
                <a:gd name="connsiteX8" fmla="*/ 151257 w 389425"/>
                <a:gd name="connsiteY8" fmla="*/ 1844073 h 2011236"/>
                <a:gd name="connsiteX9" fmla="*/ 1905 w 389425"/>
                <a:gd name="connsiteY9" fmla="*/ 2011237 h 2011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9425" h="2011236">
                  <a:moveTo>
                    <a:pt x="0" y="33"/>
                  </a:moveTo>
                  <a:cubicBezTo>
                    <a:pt x="57912" y="-824"/>
                    <a:pt x="136112" y="14892"/>
                    <a:pt x="171260" y="60326"/>
                  </a:cubicBezTo>
                  <a:cubicBezTo>
                    <a:pt x="205645" y="104903"/>
                    <a:pt x="207740" y="164244"/>
                    <a:pt x="211455" y="221204"/>
                  </a:cubicBezTo>
                  <a:cubicBezTo>
                    <a:pt x="216408" y="297594"/>
                    <a:pt x="225838" y="373604"/>
                    <a:pt x="243078" y="448089"/>
                  </a:cubicBezTo>
                  <a:cubicBezTo>
                    <a:pt x="269939" y="564199"/>
                    <a:pt x="319183" y="673927"/>
                    <a:pt x="346424" y="789941"/>
                  </a:cubicBezTo>
                  <a:cubicBezTo>
                    <a:pt x="358235" y="840043"/>
                    <a:pt x="365951" y="891097"/>
                    <a:pt x="372237" y="942151"/>
                  </a:cubicBezTo>
                  <a:cubicBezTo>
                    <a:pt x="385858" y="1051784"/>
                    <a:pt x="394049" y="1162274"/>
                    <a:pt x="386620" y="1272478"/>
                  </a:cubicBezTo>
                  <a:cubicBezTo>
                    <a:pt x="377476" y="1407828"/>
                    <a:pt x="344996" y="1541178"/>
                    <a:pt x="280416" y="1660241"/>
                  </a:cubicBezTo>
                  <a:cubicBezTo>
                    <a:pt x="244602" y="1726249"/>
                    <a:pt x="199358" y="1786352"/>
                    <a:pt x="151257" y="1844073"/>
                  </a:cubicBezTo>
                  <a:cubicBezTo>
                    <a:pt x="79534" y="1930084"/>
                    <a:pt x="89345" y="1941419"/>
                    <a:pt x="1905" y="2011237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pPr rtl="0"/>
              <a:endParaRPr lang="en-US" noProof="0" dirty="0"/>
            </a:p>
          </p:txBody>
        </p:sp>
      </p:grpSp>
      <p:grpSp>
        <p:nvGrpSpPr>
          <p:cNvPr id="14" name="Top Right">
            <a:extLst>
              <a:ext uri="{FF2B5EF4-FFF2-40B4-BE49-F238E27FC236}">
                <a16:creationId xmlns:a16="http://schemas.microsoft.com/office/drawing/2014/main" id="{9D926F0F-ADC0-F590-4458-2C1E7E553D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 flipH="1">
            <a:off x="0" y="2702248"/>
            <a:ext cx="2062373" cy="4155752"/>
            <a:chOff x="10849" y="15178"/>
            <a:chExt cx="2198951" cy="3331254"/>
          </a:xfrm>
        </p:grpSpPr>
        <p:sp>
          <p:nvSpPr>
            <p:cNvPr id="15" name="Freeform: Shape 10">
              <a:extLst>
                <a:ext uri="{FF2B5EF4-FFF2-40B4-BE49-F238E27FC236}">
                  <a16:creationId xmlns:a16="http://schemas.microsoft.com/office/drawing/2014/main" id="{AAA63A7B-917E-3C2F-47F3-D5D6D45B1912}"/>
                </a:ext>
              </a:extLst>
            </p:cNvPr>
            <p:cNvSpPr/>
            <p:nvPr/>
          </p:nvSpPr>
          <p:spPr>
            <a:xfrm>
              <a:off x="19394" y="15241"/>
              <a:ext cx="2190406" cy="3331191"/>
            </a:xfrm>
            <a:custGeom>
              <a:avLst/>
              <a:gdLst>
                <a:gd name="connsiteX0" fmla="*/ 0 w 3296088"/>
                <a:gd name="connsiteY0" fmla="*/ 5012722 h 5012722"/>
                <a:gd name="connsiteX1" fmla="*/ 244031 w 3296088"/>
                <a:gd name="connsiteY1" fmla="*/ 4820222 h 5012722"/>
                <a:gd name="connsiteX2" fmla="*/ 729234 w 3296088"/>
                <a:gd name="connsiteY2" fmla="*/ 4360641 h 5012722"/>
                <a:gd name="connsiteX3" fmla="*/ 881444 w 3296088"/>
                <a:gd name="connsiteY3" fmla="*/ 4173950 h 5012722"/>
                <a:gd name="connsiteX4" fmla="*/ 1151287 w 3296088"/>
                <a:gd name="connsiteY4" fmla="*/ 3972877 h 5012722"/>
                <a:gd name="connsiteX5" fmla="*/ 1498664 w 3296088"/>
                <a:gd name="connsiteY5" fmla="*/ 3786188 h 5012722"/>
                <a:gd name="connsiteX6" fmla="*/ 1716881 w 3296088"/>
                <a:gd name="connsiteY6" fmla="*/ 3674174 h 5012722"/>
                <a:gd name="connsiteX7" fmla="*/ 1913573 w 3296088"/>
                <a:gd name="connsiteY7" fmla="*/ 3477387 h 5012722"/>
                <a:gd name="connsiteX8" fmla="*/ 2167700 w 3296088"/>
                <a:gd name="connsiteY8" fmla="*/ 3042190 h 5012722"/>
                <a:gd name="connsiteX9" fmla="*/ 2273903 w 3296088"/>
                <a:gd name="connsiteY9" fmla="*/ 2775014 h 5012722"/>
                <a:gd name="connsiteX10" fmla="*/ 2463356 w 3296088"/>
                <a:gd name="connsiteY10" fmla="*/ 2335530 h 5012722"/>
                <a:gd name="connsiteX11" fmla="*/ 2741866 w 3296088"/>
                <a:gd name="connsiteY11" fmla="*/ 1982248 h 5012722"/>
                <a:gd name="connsiteX12" fmla="*/ 2985897 w 3296088"/>
                <a:gd name="connsiteY12" fmla="*/ 1634681 h 5012722"/>
                <a:gd name="connsiteX13" fmla="*/ 3212687 w 3296088"/>
                <a:gd name="connsiteY13" fmla="*/ 1226820 h 5012722"/>
                <a:gd name="connsiteX14" fmla="*/ 3281553 w 3296088"/>
                <a:gd name="connsiteY14" fmla="*/ 959644 h 5012722"/>
                <a:gd name="connsiteX15" fmla="*/ 3295936 w 3296088"/>
                <a:gd name="connsiteY15" fmla="*/ 701135 h 5012722"/>
                <a:gd name="connsiteX16" fmla="*/ 3267266 w 3296088"/>
                <a:gd name="connsiteY16" fmla="*/ 436817 h 5012722"/>
                <a:gd name="connsiteX17" fmla="*/ 3105341 w 3296088"/>
                <a:gd name="connsiteY17" fmla="*/ 0 h 5012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6088" h="5012722">
                  <a:moveTo>
                    <a:pt x="0" y="5012722"/>
                  </a:moveTo>
                  <a:cubicBezTo>
                    <a:pt x="81820" y="4949095"/>
                    <a:pt x="163544" y="4885468"/>
                    <a:pt x="244031" y="4820222"/>
                  </a:cubicBezTo>
                  <a:cubicBezTo>
                    <a:pt x="417671" y="4679633"/>
                    <a:pt x="589883" y="4535139"/>
                    <a:pt x="729234" y="4360641"/>
                  </a:cubicBezTo>
                  <a:cubicBezTo>
                    <a:pt x="779431" y="4297776"/>
                    <a:pt x="825818" y="4231958"/>
                    <a:pt x="881444" y="4173950"/>
                  </a:cubicBezTo>
                  <a:cubicBezTo>
                    <a:pt x="959358" y="4092607"/>
                    <a:pt x="1054799" y="4031075"/>
                    <a:pt x="1151287" y="3972877"/>
                  </a:cubicBezTo>
                  <a:cubicBezTo>
                    <a:pt x="1263968" y="3904964"/>
                    <a:pt x="1379315" y="3841337"/>
                    <a:pt x="1498664" y="3786188"/>
                  </a:cubicBezTo>
                  <a:cubicBezTo>
                    <a:pt x="1573149" y="3751802"/>
                    <a:pt x="1649159" y="3720179"/>
                    <a:pt x="1716881" y="3674174"/>
                  </a:cubicBezTo>
                  <a:cubicBezTo>
                    <a:pt x="1794034" y="3621691"/>
                    <a:pt x="1856708" y="3551492"/>
                    <a:pt x="1913573" y="3477387"/>
                  </a:cubicBezTo>
                  <a:cubicBezTo>
                    <a:pt x="2016157" y="3343751"/>
                    <a:pt x="2099024" y="3196114"/>
                    <a:pt x="2167700" y="3042190"/>
                  </a:cubicBezTo>
                  <a:cubicBezTo>
                    <a:pt x="2206752" y="2954655"/>
                    <a:pt x="2241233" y="2865215"/>
                    <a:pt x="2273903" y="2775014"/>
                  </a:cubicBezTo>
                  <a:cubicBezTo>
                    <a:pt x="2328482" y="2624423"/>
                    <a:pt x="2379440" y="2471642"/>
                    <a:pt x="2463356" y="2335530"/>
                  </a:cubicBezTo>
                  <a:cubicBezTo>
                    <a:pt x="2542127" y="2207705"/>
                    <a:pt x="2647855" y="2099501"/>
                    <a:pt x="2741866" y="1982248"/>
                  </a:cubicBezTo>
                  <a:cubicBezTo>
                    <a:pt x="2830449" y="1871758"/>
                    <a:pt x="2908554" y="1753362"/>
                    <a:pt x="2985897" y="1634681"/>
                  </a:cubicBezTo>
                  <a:cubicBezTo>
                    <a:pt x="3071146" y="1503902"/>
                    <a:pt x="3156395" y="1372172"/>
                    <a:pt x="3212687" y="1226820"/>
                  </a:cubicBezTo>
                  <a:cubicBezTo>
                    <a:pt x="3246025" y="1140809"/>
                    <a:pt x="3268790" y="1051084"/>
                    <a:pt x="3281553" y="959644"/>
                  </a:cubicBezTo>
                  <a:cubicBezTo>
                    <a:pt x="3293555" y="874014"/>
                    <a:pt x="3296888" y="787527"/>
                    <a:pt x="3295936" y="701135"/>
                  </a:cubicBezTo>
                  <a:cubicBezTo>
                    <a:pt x="3294888" y="612172"/>
                    <a:pt x="3289268" y="523018"/>
                    <a:pt x="3267266" y="436817"/>
                  </a:cubicBezTo>
                  <a:cubicBezTo>
                    <a:pt x="3227832" y="282416"/>
                    <a:pt x="3105341" y="0"/>
                    <a:pt x="310534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pPr rtl="0"/>
              <a:endParaRPr lang="en-US" noProof="0" dirty="0"/>
            </a:p>
          </p:txBody>
        </p:sp>
        <p:sp>
          <p:nvSpPr>
            <p:cNvPr id="16" name="Freeform: Shape 11">
              <a:extLst>
                <a:ext uri="{FF2B5EF4-FFF2-40B4-BE49-F238E27FC236}">
                  <a16:creationId xmlns:a16="http://schemas.microsoft.com/office/drawing/2014/main" id="{79B7A8C2-F0EF-86E1-6636-07C931C0E7F3}"/>
                </a:ext>
              </a:extLst>
            </p:cNvPr>
            <p:cNvSpPr/>
            <p:nvPr/>
          </p:nvSpPr>
          <p:spPr>
            <a:xfrm>
              <a:off x="10849" y="15178"/>
              <a:ext cx="1978674" cy="3074959"/>
            </a:xfrm>
            <a:custGeom>
              <a:avLst/>
              <a:gdLst>
                <a:gd name="connsiteX0" fmla="*/ 0 w 2977477"/>
                <a:gd name="connsiteY0" fmla="*/ 4627150 h 4627149"/>
                <a:gd name="connsiteX1" fmla="*/ 275082 w 2977477"/>
                <a:gd name="connsiteY1" fmla="*/ 4341590 h 4627149"/>
                <a:gd name="connsiteX2" fmla="*/ 502825 w 2977477"/>
                <a:gd name="connsiteY2" fmla="*/ 4054126 h 4627149"/>
                <a:gd name="connsiteX3" fmla="*/ 666179 w 2977477"/>
                <a:gd name="connsiteY3" fmla="*/ 3890677 h 4627149"/>
                <a:gd name="connsiteX4" fmla="*/ 864203 w 2977477"/>
                <a:gd name="connsiteY4" fmla="*/ 3675983 h 4627149"/>
                <a:gd name="connsiteX5" fmla="*/ 982599 w 2977477"/>
                <a:gd name="connsiteY5" fmla="*/ 3557492 h 4627149"/>
                <a:gd name="connsiteX6" fmla="*/ 1188244 w 2977477"/>
                <a:gd name="connsiteY6" fmla="*/ 3329654 h 4627149"/>
                <a:gd name="connsiteX7" fmla="*/ 1344740 w 2977477"/>
                <a:gd name="connsiteY7" fmla="*/ 3146774 h 4627149"/>
                <a:gd name="connsiteX8" fmla="*/ 1470755 w 2977477"/>
                <a:gd name="connsiteY8" fmla="*/ 2984659 h 4627149"/>
                <a:gd name="connsiteX9" fmla="*/ 1657636 w 2977477"/>
                <a:gd name="connsiteY9" fmla="*/ 2670239 h 4627149"/>
                <a:gd name="connsiteX10" fmla="*/ 1762887 w 2977477"/>
                <a:gd name="connsiteY10" fmla="*/ 2473547 h 4627149"/>
                <a:gd name="connsiteX11" fmla="*/ 1866710 w 2977477"/>
                <a:gd name="connsiteY11" fmla="*/ 2290667 h 4627149"/>
                <a:gd name="connsiteX12" fmla="*/ 2106263 w 2977477"/>
                <a:gd name="connsiteY12" fmla="*/ 2030254 h 4627149"/>
                <a:gd name="connsiteX13" fmla="*/ 2277237 w 2977477"/>
                <a:gd name="connsiteY13" fmla="*/ 1859185 h 4627149"/>
                <a:gd name="connsiteX14" fmla="*/ 2499455 w 2977477"/>
                <a:gd name="connsiteY14" fmla="*/ 1656207 h 4627149"/>
                <a:gd name="connsiteX15" fmla="*/ 2707100 w 2977477"/>
                <a:gd name="connsiteY15" fmla="*/ 1390269 h 4627149"/>
                <a:gd name="connsiteX16" fmla="*/ 2812352 w 2977477"/>
                <a:gd name="connsiteY16" fmla="*/ 1230916 h 4627149"/>
                <a:gd name="connsiteX17" fmla="*/ 2898172 w 2977477"/>
                <a:gd name="connsiteY17" fmla="*/ 1036987 h 4627149"/>
                <a:gd name="connsiteX18" fmla="*/ 2963228 w 2977477"/>
                <a:gd name="connsiteY18" fmla="*/ 850011 h 4627149"/>
                <a:gd name="connsiteX19" fmla="*/ 2977325 w 2977477"/>
                <a:gd name="connsiteY19" fmla="*/ 745427 h 4627149"/>
                <a:gd name="connsiteX20" fmla="*/ 2929509 w 2977477"/>
                <a:gd name="connsiteY20" fmla="*/ 480155 h 4627149"/>
                <a:gd name="connsiteX21" fmla="*/ 2563082 w 2977477"/>
                <a:gd name="connsiteY21" fmla="*/ 0 h 462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977477" h="4627149">
                  <a:moveTo>
                    <a:pt x="0" y="4627150"/>
                  </a:moveTo>
                  <a:cubicBezTo>
                    <a:pt x="79820" y="4552283"/>
                    <a:pt x="203835" y="4424648"/>
                    <a:pt x="275082" y="4341590"/>
                  </a:cubicBezTo>
                  <a:cubicBezTo>
                    <a:pt x="354711" y="4248722"/>
                    <a:pt x="421005" y="4145090"/>
                    <a:pt x="502825" y="4054126"/>
                  </a:cubicBezTo>
                  <a:cubicBezTo>
                    <a:pt x="554355" y="3996881"/>
                    <a:pt x="612362" y="3945827"/>
                    <a:pt x="666179" y="3890677"/>
                  </a:cubicBezTo>
                  <a:cubicBezTo>
                    <a:pt x="734187" y="3821049"/>
                    <a:pt x="796671" y="3746183"/>
                    <a:pt x="864203" y="3675983"/>
                  </a:cubicBezTo>
                  <a:cubicBezTo>
                    <a:pt x="902875" y="3635788"/>
                    <a:pt x="943642" y="3597593"/>
                    <a:pt x="982599" y="3557492"/>
                  </a:cubicBezTo>
                  <a:cubicBezTo>
                    <a:pt x="1053941" y="3484150"/>
                    <a:pt x="1121378" y="3407093"/>
                    <a:pt x="1188244" y="3329654"/>
                  </a:cubicBezTo>
                  <a:cubicBezTo>
                    <a:pt x="1240631" y="3268885"/>
                    <a:pt x="1293495" y="3208496"/>
                    <a:pt x="1344740" y="3146774"/>
                  </a:cubicBezTo>
                  <a:cubicBezTo>
                    <a:pt x="1388459" y="3094101"/>
                    <a:pt x="1431512" y="3040761"/>
                    <a:pt x="1470755" y="2984659"/>
                  </a:cubicBezTo>
                  <a:cubicBezTo>
                    <a:pt x="1540764" y="2884646"/>
                    <a:pt x="1598771" y="2777109"/>
                    <a:pt x="1657636" y="2670239"/>
                  </a:cubicBezTo>
                  <a:cubicBezTo>
                    <a:pt x="1693545" y="2605088"/>
                    <a:pt x="1728502" y="2539460"/>
                    <a:pt x="1762887" y="2473547"/>
                  </a:cubicBezTo>
                  <a:cubicBezTo>
                    <a:pt x="1795367" y="2411349"/>
                    <a:pt x="1826419" y="2348103"/>
                    <a:pt x="1866710" y="2290667"/>
                  </a:cubicBezTo>
                  <a:cubicBezTo>
                    <a:pt x="1934623" y="2193893"/>
                    <a:pt x="2022729" y="2114169"/>
                    <a:pt x="2106263" y="2030254"/>
                  </a:cubicBezTo>
                  <a:cubicBezTo>
                    <a:pt x="2163128" y="1973104"/>
                    <a:pt x="2218182" y="1914049"/>
                    <a:pt x="2277237" y="1859185"/>
                  </a:cubicBezTo>
                  <a:cubicBezTo>
                    <a:pt x="2350770" y="1790891"/>
                    <a:pt x="2430304" y="1728978"/>
                    <a:pt x="2499455" y="1656207"/>
                  </a:cubicBezTo>
                  <a:cubicBezTo>
                    <a:pt x="2576989" y="1574578"/>
                    <a:pt x="2641568" y="1481900"/>
                    <a:pt x="2707100" y="1390269"/>
                  </a:cubicBezTo>
                  <a:cubicBezTo>
                    <a:pt x="2744153" y="1338453"/>
                    <a:pt x="2781586" y="1286732"/>
                    <a:pt x="2812352" y="1230916"/>
                  </a:cubicBezTo>
                  <a:cubicBezTo>
                    <a:pt x="2846546" y="1168908"/>
                    <a:pt x="2872550" y="1102900"/>
                    <a:pt x="2898172" y="1036987"/>
                  </a:cubicBezTo>
                  <a:cubicBezTo>
                    <a:pt x="2922175" y="975455"/>
                    <a:pt x="2948273" y="914305"/>
                    <a:pt x="2963228" y="850011"/>
                  </a:cubicBezTo>
                  <a:cubicBezTo>
                    <a:pt x="2971229" y="815626"/>
                    <a:pt x="2976563" y="780764"/>
                    <a:pt x="2977325" y="745427"/>
                  </a:cubicBezTo>
                  <a:cubicBezTo>
                    <a:pt x="2979230" y="654844"/>
                    <a:pt x="2963323" y="564261"/>
                    <a:pt x="2929509" y="480155"/>
                  </a:cubicBezTo>
                  <a:cubicBezTo>
                    <a:pt x="2851309" y="285655"/>
                    <a:pt x="2563082" y="0"/>
                    <a:pt x="2563082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pPr rtl="0"/>
              <a:endParaRPr lang="en-US" noProof="0" dirty="0"/>
            </a:p>
          </p:txBody>
        </p:sp>
        <p:sp>
          <p:nvSpPr>
            <p:cNvPr id="17" name="Freeform: Shape 12">
              <a:extLst>
                <a:ext uri="{FF2B5EF4-FFF2-40B4-BE49-F238E27FC236}">
                  <a16:creationId xmlns:a16="http://schemas.microsoft.com/office/drawing/2014/main" id="{8E23E81E-4B9A-52D9-6D8E-34A0E5E3F49E}"/>
                </a:ext>
              </a:extLst>
            </p:cNvPr>
            <p:cNvSpPr/>
            <p:nvPr/>
          </p:nvSpPr>
          <p:spPr>
            <a:xfrm>
              <a:off x="25092" y="15178"/>
              <a:ext cx="1566146" cy="2737264"/>
            </a:xfrm>
            <a:custGeom>
              <a:avLst/>
              <a:gdLst>
                <a:gd name="connsiteX0" fmla="*/ 1707071 w 2356712"/>
                <a:gd name="connsiteY0" fmla="*/ 0 h 4118991"/>
                <a:gd name="connsiteX1" fmla="*/ 1824514 w 2356712"/>
                <a:gd name="connsiteY1" fmla="*/ 244697 h 4118991"/>
                <a:gd name="connsiteX2" fmla="*/ 1908715 w 2356712"/>
                <a:gd name="connsiteY2" fmla="*/ 328994 h 4118991"/>
                <a:gd name="connsiteX3" fmla="*/ 2226469 w 2356712"/>
                <a:gd name="connsiteY3" fmla="*/ 603695 h 4118991"/>
                <a:gd name="connsiteX4" fmla="*/ 2355628 w 2356712"/>
                <a:gd name="connsiteY4" fmla="*/ 900494 h 4118991"/>
                <a:gd name="connsiteX5" fmla="*/ 2281428 w 2356712"/>
                <a:gd name="connsiteY5" fmla="*/ 1206913 h 4118991"/>
                <a:gd name="connsiteX6" fmla="*/ 2092452 w 2356712"/>
                <a:gd name="connsiteY6" fmla="*/ 1460659 h 4118991"/>
                <a:gd name="connsiteX7" fmla="*/ 1834039 w 2356712"/>
                <a:gd name="connsiteY7" fmla="*/ 1625822 h 4118991"/>
                <a:gd name="connsiteX8" fmla="*/ 1558862 w 2356712"/>
                <a:gd name="connsiteY8" fmla="*/ 1743075 h 4118991"/>
                <a:gd name="connsiteX9" fmla="*/ 1386554 w 2356712"/>
                <a:gd name="connsiteY9" fmla="*/ 1869948 h 4118991"/>
                <a:gd name="connsiteX10" fmla="*/ 1271683 w 2356712"/>
                <a:gd name="connsiteY10" fmla="*/ 2073402 h 4118991"/>
                <a:gd name="connsiteX11" fmla="*/ 1178338 w 2356712"/>
                <a:gd name="connsiteY11" fmla="*/ 2355914 h 4118991"/>
                <a:gd name="connsiteX12" fmla="*/ 1113758 w 2356712"/>
                <a:gd name="connsiteY12" fmla="*/ 2578513 h 4118991"/>
                <a:gd name="connsiteX13" fmla="*/ 1034796 w 2356712"/>
                <a:gd name="connsiteY13" fmla="*/ 2834640 h 4118991"/>
                <a:gd name="connsiteX14" fmla="*/ 905637 w 2356712"/>
                <a:gd name="connsiteY14" fmla="*/ 3081242 h 4118991"/>
                <a:gd name="connsiteX15" fmla="*/ 793147 w 2356712"/>
                <a:gd name="connsiteY15" fmla="*/ 3258407 h 4118991"/>
                <a:gd name="connsiteX16" fmla="*/ 546735 w 2356712"/>
                <a:gd name="connsiteY16" fmla="*/ 3571970 h 4118991"/>
                <a:gd name="connsiteX17" fmla="*/ 346996 w 2356712"/>
                <a:gd name="connsiteY17" fmla="*/ 3771900 h 4118991"/>
                <a:gd name="connsiteX18" fmla="*/ 174689 w 2356712"/>
                <a:gd name="connsiteY18" fmla="*/ 3944207 h 4118991"/>
                <a:gd name="connsiteX19" fmla="*/ 0 w 2356712"/>
                <a:gd name="connsiteY19" fmla="*/ 4118991 h 411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356712" h="4118991">
                  <a:moveTo>
                    <a:pt x="1707071" y="0"/>
                  </a:moveTo>
                  <a:cubicBezTo>
                    <a:pt x="1715357" y="22098"/>
                    <a:pt x="1812608" y="224409"/>
                    <a:pt x="1824514" y="244697"/>
                  </a:cubicBezTo>
                  <a:cubicBezTo>
                    <a:pt x="1844802" y="279273"/>
                    <a:pt x="1876996" y="304324"/>
                    <a:pt x="1908715" y="328994"/>
                  </a:cubicBezTo>
                  <a:cubicBezTo>
                    <a:pt x="2019967" y="415195"/>
                    <a:pt x="2137886" y="494633"/>
                    <a:pt x="2226469" y="603695"/>
                  </a:cubicBezTo>
                  <a:cubicBezTo>
                    <a:pt x="2296287" y="689610"/>
                    <a:pt x="2347817" y="790480"/>
                    <a:pt x="2355628" y="900494"/>
                  </a:cubicBezTo>
                  <a:cubicBezTo>
                    <a:pt x="2363248" y="1007078"/>
                    <a:pt x="2329910" y="1111187"/>
                    <a:pt x="2281428" y="1206913"/>
                  </a:cubicBezTo>
                  <a:cubicBezTo>
                    <a:pt x="2233422" y="1301877"/>
                    <a:pt x="2170938" y="1388936"/>
                    <a:pt x="2092452" y="1460659"/>
                  </a:cubicBezTo>
                  <a:cubicBezTo>
                    <a:pt x="2016538" y="1530001"/>
                    <a:pt x="1927765" y="1583436"/>
                    <a:pt x="1834039" y="1625822"/>
                  </a:cubicBezTo>
                  <a:cubicBezTo>
                    <a:pt x="1743075" y="1666970"/>
                    <a:pt x="1647730" y="1697736"/>
                    <a:pt x="1558862" y="1743075"/>
                  </a:cubicBezTo>
                  <a:cubicBezTo>
                    <a:pt x="1494758" y="1775841"/>
                    <a:pt x="1434275" y="1816132"/>
                    <a:pt x="1386554" y="1869948"/>
                  </a:cubicBezTo>
                  <a:cubicBezTo>
                    <a:pt x="1334548" y="1928622"/>
                    <a:pt x="1300544" y="2000345"/>
                    <a:pt x="1271683" y="2073402"/>
                  </a:cubicBezTo>
                  <a:cubicBezTo>
                    <a:pt x="1235202" y="2165699"/>
                    <a:pt x="1206722" y="2260759"/>
                    <a:pt x="1178338" y="2355914"/>
                  </a:cubicBezTo>
                  <a:cubicBezTo>
                    <a:pt x="1156240" y="2429923"/>
                    <a:pt x="1134237" y="2504028"/>
                    <a:pt x="1113758" y="2578513"/>
                  </a:cubicBezTo>
                  <a:cubicBezTo>
                    <a:pt x="1090041" y="2664714"/>
                    <a:pt x="1068134" y="2751678"/>
                    <a:pt x="1034796" y="2834640"/>
                  </a:cubicBezTo>
                  <a:cubicBezTo>
                    <a:pt x="1000125" y="2920841"/>
                    <a:pt x="953643" y="3001613"/>
                    <a:pt x="905637" y="3081242"/>
                  </a:cubicBezTo>
                  <a:cubicBezTo>
                    <a:pt x="869442" y="3141155"/>
                    <a:pt x="832295" y="3200400"/>
                    <a:pt x="793147" y="3258407"/>
                  </a:cubicBezTo>
                  <a:cubicBezTo>
                    <a:pt x="718661" y="3368802"/>
                    <a:pt x="637223" y="3474434"/>
                    <a:pt x="546735" y="3571970"/>
                  </a:cubicBezTo>
                  <a:cubicBezTo>
                    <a:pt x="482632" y="3641027"/>
                    <a:pt x="414147" y="3705797"/>
                    <a:pt x="346996" y="3771900"/>
                  </a:cubicBezTo>
                  <a:cubicBezTo>
                    <a:pt x="288989" y="3828764"/>
                    <a:pt x="232029" y="3886676"/>
                    <a:pt x="174689" y="3944207"/>
                  </a:cubicBezTo>
                  <a:cubicBezTo>
                    <a:pt x="116586" y="4002596"/>
                    <a:pt x="58293" y="4060698"/>
                    <a:pt x="0" y="411899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pPr rtl="0"/>
              <a:endParaRPr lang="en-US" noProof="0" dirty="0"/>
            </a:p>
          </p:txBody>
        </p:sp>
        <p:sp>
          <p:nvSpPr>
            <p:cNvPr id="18" name="Freeform: Shape 13">
              <a:extLst>
                <a:ext uri="{FF2B5EF4-FFF2-40B4-BE49-F238E27FC236}">
                  <a16:creationId xmlns:a16="http://schemas.microsoft.com/office/drawing/2014/main" id="{2FEE8188-CA2A-2E73-3F39-9B7EC600A66B}"/>
                </a:ext>
              </a:extLst>
            </p:cNvPr>
            <p:cNvSpPr/>
            <p:nvPr/>
          </p:nvSpPr>
          <p:spPr>
            <a:xfrm>
              <a:off x="10849" y="15178"/>
              <a:ext cx="1368431" cy="2644975"/>
            </a:xfrm>
            <a:custGeom>
              <a:avLst/>
              <a:gdLst>
                <a:gd name="connsiteX0" fmla="*/ 0 w 2059193"/>
                <a:gd name="connsiteY0" fmla="*/ 3980116 h 3980116"/>
                <a:gd name="connsiteX1" fmla="*/ 471583 w 2059193"/>
                <a:gd name="connsiteY1" fmla="*/ 3515678 h 3980116"/>
                <a:gd name="connsiteX2" fmla="*/ 758666 w 2059193"/>
                <a:gd name="connsiteY2" fmla="*/ 3163824 h 3980116"/>
                <a:gd name="connsiteX3" fmla="*/ 940499 w 2059193"/>
                <a:gd name="connsiteY3" fmla="*/ 2780824 h 3980116"/>
                <a:gd name="connsiteX4" fmla="*/ 1055370 w 2059193"/>
                <a:gd name="connsiteY4" fmla="*/ 2242185 h 3980116"/>
                <a:gd name="connsiteX5" fmla="*/ 1136714 w 2059193"/>
                <a:gd name="connsiteY5" fmla="*/ 1878330 h 3980116"/>
                <a:gd name="connsiteX6" fmla="*/ 1246727 w 2059193"/>
                <a:gd name="connsiteY6" fmla="*/ 1562386 h 3980116"/>
                <a:gd name="connsiteX7" fmla="*/ 1378363 w 2059193"/>
                <a:gd name="connsiteY7" fmla="*/ 1430750 h 3980116"/>
                <a:gd name="connsiteX8" fmla="*/ 1691831 w 2059193"/>
                <a:gd name="connsiteY8" fmla="*/ 1394841 h 3980116"/>
                <a:gd name="connsiteX9" fmla="*/ 1914335 w 2059193"/>
                <a:gd name="connsiteY9" fmla="*/ 1323023 h 3980116"/>
                <a:gd name="connsiteX10" fmla="*/ 2055495 w 2059193"/>
                <a:gd name="connsiteY10" fmla="*/ 1098042 h 3980116"/>
                <a:gd name="connsiteX11" fmla="*/ 2033969 w 2059193"/>
                <a:gd name="connsiteY11" fmla="*/ 930497 h 3980116"/>
                <a:gd name="connsiteX12" fmla="*/ 1885664 w 2059193"/>
                <a:gd name="connsiteY12" fmla="*/ 760571 h 3980116"/>
                <a:gd name="connsiteX13" fmla="*/ 1636871 w 2059193"/>
                <a:gd name="connsiteY13" fmla="*/ 612172 h 3980116"/>
                <a:gd name="connsiteX14" fmla="*/ 1335405 w 2059193"/>
                <a:gd name="connsiteY14" fmla="*/ 459010 h 3980116"/>
                <a:gd name="connsiteX15" fmla="*/ 1234916 w 2059193"/>
                <a:gd name="connsiteY15" fmla="*/ 269939 h 3980116"/>
                <a:gd name="connsiteX16" fmla="*/ 1386935 w 2059193"/>
                <a:gd name="connsiteY16" fmla="*/ 0 h 398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59193" h="3980116">
                  <a:moveTo>
                    <a:pt x="0" y="3980116"/>
                  </a:moveTo>
                  <a:cubicBezTo>
                    <a:pt x="91345" y="3889534"/>
                    <a:pt x="382715" y="3608737"/>
                    <a:pt x="471583" y="3515678"/>
                  </a:cubicBezTo>
                  <a:cubicBezTo>
                    <a:pt x="576358" y="3405949"/>
                    <a:pt x="675989" y="3290983"/>
                    <a:pt x="758666" y="3163824"/>
                  </a:cubicBezTo>
                  <a:cubicBezTo>
                    <a:pt x="836105" y="3044857"/>
                    <a:pt x="897445" y="2916079"/>
                    <a:pt x="940499" y="2780824"/>
                  </a:cubicBezTo>
                  <a:cubicBezTo>
                    <a:pt x="996315" y="2605754"/>
                    <a:pt x="1020985" y="2422874"/>
                    <a:pt x="1055370" y="2242185"/>
                  </a:cubicBezTo>
                  <a:cubicBezTo>
                    <a:pt x="1078611" y="2120075"/>
                    <a:pt x="1107472" y="1999107"/>
                    <a:pt x="1136714" y="1878330"/>
                  </a:cubicBezTo>
                  <a:cubicBezTo>
                    <a:pt x="1163098" y="1769174"/>
                    <a:pt x="1189482" y="1658588"/>
                    <a:pt x="1246727" y="1562386"/>
                  </a:cubicBezTo>
                  <a:cubicBezTo>
                    <a:pt x="1279208" y="1507808"/>
                    <a:pt x="1321689" y="1459039"/>
                    <a:pt x="1378363" y="1430750"/>
                  </a:cubicBezTo>
                  <a:cubicBezTo>
                    <a:pt x="1473327" y="1383221"/>
                    <a:pt x="1584865" y="1402652"/>
                    <a:pt x="1691831" y="1394841"/>
                  </a:cubicBezTo>
                  <a:cubicBezTo>
                    <a:pt x="1771079" y="1389031"/>
                    <a:pt x="1849279" y="1368266"/>
                    <a:pt x="1914335" y="1323023"/>
                  </a:cubicBezTo>
                  <a:cubicBezTo>
                    <a:pt x="1989963" y="1270445"/>
                    <a:pt x="2041493" y="1189101"/>
                    <a:pt x="2055495" y="1098042"/>
                  </a:cubicBezTo>
                  <a:cubicBezTo>
                    <a:pt x="2064258" y="1041178"/>
                    <a:pt x="2057591" y="982980"/>
                    <a:pt x="2033969" y="930497"/>
                  </a:cubicBezTo>
                  <a:cubicBezTo>
                    <a:pt x="2002727" y="861060"/>
                    <a:pt x="1945958" y="807625"/>
                    <a:pt x="1885664" y="760571"/>
                  </a:cubicBezTo>
                  <a:cubicBezTo>
                    <a:pt x="1809179" y="700945"/>
                    <a:pt x="1725549" y="651415"/>
                    <a:pt x="1636871" y="612172"/>
                  </a:cubicBezTo>
                  <a:cubicBezTo>
                    <a:pt x="1532763" y="566071"/>
                    <a:pt x="1421606" y="532543"/>
                    <a:pt x="1335405" y="459010"/>
                  </a:cubicBezTo>
                  <a:cubicBezTo>
                    <a:pt x="1277969" y="409956"/>
                    <a:pt x="1232059" y="344615"/>
                    <a:pt x="1234916" y="269939"/>
                  </a:cubicBezTo>
                  <a:cubicBezTo>
                    <a:pt x="1237012" y="211741"/>
                    <a:pt x="1386935" y="0"/>
                    <a:pt x="1386935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pPr rtl="0"/>
              <a:endParaRPr lang="en-US" noProof="0" dirty="0"/>
            </a:p>
          </p:txBody>
        </p:sp>
        <p:sp>
          <p:nvSpPr>
            <p:cNvPr id="19" name="Freeform: Shape 14">
              <a:extLst>
                <a:ext uri="{FF2B5EF4-FFF2-40B4-BE49-F238E27FC236}">
                  <a16:creationId xmlns:a16="http://schemas.microsoft.com/office/drawing/2014/main" id="{6FDA9D3F-08AF-922F-425B-5BF91ABE44E0}"/>
                </a:ext>
              </a:extLst>
            </p:cNvPr>
            <p:cNvSpPr/>
            <p:nvPr/>
          </p:nvSpPr>
          <p:spPr>
            <a:xfrm>
              <a:off x="18825" y="543780"/>
              <a:ext cx="494287" cy="1905590"/>
            </a:xfrm>
            <a:custGeom>
              <a:avLst/>
              <a:gdLst>
                <a:gd name="connsiteX0" fmla="*/ 11144 w 743796"/>
                <a:gd name="connsiteY0" fmla="*/ 0 h 2867501"/>
                <a:gd name="connsiteX1" fmla="*/ 353663 w 743796"/>
                <a:gd name="connsiteY1" fmla="*/ 55245 h 2867501"/>
                <a:gd name="connsiteX2" fmla="*/ 571405 w 743796"/>
                <a:gd name="connsiteY2" fmla="*/ 179737 h 2867501"/>
                <a:gd name="connsiteX3" fmla="*/ 688658 w 743796"/>
                <a:gd name="connsiteY3" fmla="*/ 368808 h 2867501"/>
                <a:gd name="connsiteX4" fmla="*/ 731711 w 743796"/>
                <a:gd name="connsiteY4" fmla="*/ 612934 h 2867501"/>
                <a:gd name="connsiteX5" fmla="*/ 725233 w 743796"/>
                <a:gd name="connsiteY5" fmla="*/ 995648 h 2867501"/>
                <a:gd name="connsiteX6" fmla="*/ 742855 w 743796"/>
                <a:gd name="connsiteY6" fmla="*/ 1499330 h 2867501"/>
                <a:gd name="connsiteX7" fmla="*/ 707898 w 743796"/>
                <a:gd name="connsiteY7" fmla="*/ 1793081 h 2867501"/>
                <a:gd name="connsiteX8" fmla="*/ 633222 w 743796"/>
                <a:gd name="connsiteY8" fmla="*/ 2073592 h 2867501"/>
                <a:gd name="connsiteX9" fmla="*/ 404527 w 743796"/>
                <a:gd name="connsiteY9" fmla="*/ 2472404 h 2867501"/>
                <a:gd name="connsiteX10" fmla="*/ 0 w 743796"/>
                <a:gd name="connsiteY10" fmla="*/ 2867501 h 2867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3796" h="2867501">
                  <a:moveTo>
                    <a:pt x="11144" y="0"/>
                  </a:moveTo>
                  <a:cubicBezTo>
                    <a:pt x="101060" y="2953"/>
                    <a:pt x="268796" y="25146"/>
                    <a:pt x="353663" y="55245"/>
                  </a:cubicBezTo>
                  <a:cubicBezTo>
                    <a:pt x="433483" y="83534"/>
                    <a:pt x="510635" y="120967"/>
                    <a:pt x="571405" y="179737"/>
                  </a:cubicBezTo>
                  <a:cubicBezTo>
                    <a:pt x="625412" y="231934"/>
                    <a:pt x="663607" y="297942"/>
                    <a:pt x="688658" y="368808"/>
                  </a:cubicBezTo>
                  <a:cubicBezTo>
                    <a:pt x="716375" y="447103"/>
                    <a:pt x="727996" y="529876"/>
                    <a:pt x="731711" y="612934"/>
                  </a:cubicBezTo>
                  <a:cubicBezTo>
                    <a:pt x="737426" y="740474"/>
                    <a:pt x="724948" y="867918"/>
                    <a:pt x="725233" y="995648"/>
                  </a:cubicBezTo>
                  <a:cubicBezTo>
                    <a:pt x="725710" y="1163765"/>
                    <a:pt x="748665" y="1331309"/>
                    <a:pt x="742855" y="1499330"/>
                  </a:cubicBezTo>
                  <a:cubicBezTo>
                    <a:pt x="739426" y="1598009"/>
                    <a:pt x="725996" y="1696022"/>
                    <a:pt x="707898" y="1793081"/>
                  </a:cubicBezTo>
                  <a:cubicBezTo>
                    <a:pt x="690086" y="1888426"/>
                    <a:pt x="666845" y="1982724"/>
                    <a:pt x="633222" y="2073592"/>
                  </a:cubicBezTo>
                  <a:cubicBezTo>
                    <a:pt x="579692" y="2218182"/>
                    <a:pt x="499682" y="2351056"/>
                    <a:pt x="404527" y="2472404"/>
                  </a:cubicBezTo>
                  <a:cubicBezTo>
                    <a:pt x="266033" y="2648902"/>
                    <a:pt x="179642" y="2732818"/>
                    <a:pt x="0" y="286750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pPr rtl="0"/>
              <a:endParaRPr lang="en-US" noProof="0" dirty="0"/>
            </a:p>
          </p:txBody>
        </p:sp>
        <p:sp>
          <p:nvSpPr>
            <p:cNvPr id="20" name="Freeform: Shape 15">
              <a:extLst>
                <a:ext uri="{FF2B5EF4-FFF2-40B4-BE49-F238E27FC236}">
                  <a16:creationId xmlns:a16="http://schemas.microsoft.com/office/drawing/2014/main" id="{79545655-F52E-17B0-581D-57970E8137F3}"/>
                </a:ext>
              </a:extLst>
            </p:cNvPr>
            <p:cNvSpPr/>
            <p:nvPr/>
          </p:nvSpPr>
          <p:spPr>
            <a:xfrm>
              <a:off x="10849" y="672286"/>
              <a:ext cx="396930" cy="1690303"/>
            </a:xfrm>
            <a:custGeom>
              <a:avLst/>
              <a:gdLst>
                <a:gd name="connsiteX0" fmla="*/ 16478 w 597294"/>
                <a:gd name="connsiteY0" fmla="*/ 2079 h 2543540"/>
                <a:gd name="connsiteX1" fmla="*/ 299847 w 597294"/>
                <a:gd name="connsiteY1" fmla="*/ 53991 h 2543540"/>
                <a:gd name="connsiteX2" fmla="*/ 503206 w 597294"/>
                <a:gd name="connsiteY2" fmla="*/ 291354 h 2543540"/>
                <a:gd name="connsiteX3" fmla="*/ 525113 w 597294"/>
                <a:gd name="connsiteY3" fmla="*/ 724265 h 2543540"/>
                <a:gd name="connsiteX4" fmla="*/ 578930 w 597294"/>
                <a:gd name="connsiteY4" fmla="*/ 1117267 h 2543540"/>
                <a:gd name="connsiteX5" fmla="*/ 592931 w 597294"/>
                <a:gd name="connsiteY5" fmla="*/ 1476359 h 2543540"/>
                <a:gd name="connsiteX6" fmla="*/ 503206 w 597294"/>
                <a:gd name="connsiteY6" fmla="*/ 1859359 h 2543540"/>
                <a:gd name="connsiteX7" fmla="*/ 291846 w 597294"/>
                <a:gd name="connsiteY7" fmla="*/ 2250361 h 2543540"/>
                <a:gd name="connsiteX8" fmla="*/ 0 w 597294"/>
                <a:gd name="connsiteY8" fmla="*/ 2543540 h 254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7294" h="2543540">
                  <a:moveTo>
                    <a:pt x="16478" y="2079"/>
                  </a:moveTo>
                  <a:cubicBezTo>
                    <a:pt x="101441" y="-6684"/>
                    <a:pt x="224885" y="12557"/>
                    <a:pt x="299847" y="53991"/>
                  </a:cubicBezTo>
                  <a:cubicBezTo>
                    <a:pt x="394240" y="106092"/>
                    <a:pt x="468440" y="189341"/>
                    <a:pt x="503206" y="291354"/>
                  </a:cubicBezTo>
                  <a:cubicBezTo>
                    <a:pt x="550069" y="429085"/>
                    <a:pt x="520827" y="577770"/>
                    <a:pt x="525113" y="724265"/>
                  </a:cubicBezTo>
                  <a:cubicBezTo>
                    <a:pt x="529019" y="856472"/>
                    <a:pt x="561118" y="986012"/>
                    <a:pt x="578930" y="1117267"/>
                  </a:cubicBezTo>
                  <a:cubicBezTo>
                    <a:pt x="595122" y="1236234"/>
                    <a:pt x="602742" y="1356630"/>
                    <a:pt x="592931" y="1476359"/>
                  </a:cubicBezTo>
                  <a:cubicBezTo>
                    <a:pt x="582073" y="1607709"/>
                    <a:pt x="549783" y="1736011"/>
                    <a:pt x="503206" y="1859359"/>
                  </a:cubicBezTo>
                  <a:cubicBezTo>
                    <a:pt x="450628" y="1998710"/>
                    <a:pt x="383857" y="2133298"/>
                    <a:pt x="291846" y="2250361"/>
                  </a:cubicBezTo>
                  <a:cubicBezTo>
                    <a:pt x="231553" y="2327132"/>
                    <a:pt x="73819" y="2479532"/>
                    <a:pt x="0" y="254354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pPr rtl="0"/>
              <a:endParaRPr lang="en-US" noProof="0" dirty="0"/>
            </a:p>
          </p:txBody>
        </p:sp>
        <p:sp>
          <p:nvSpPr>
            <p:cNvPr id="21" name="Freeform: Shape 16">
              <a:extLst>
                <a:ext uri="{FF2B5EF4-FFF2-40B4-BE49-F238E27FC236}">
                  <a16:creationId xmlns:a16="http://schemas.microsoft.com/office/drawing/2014/main" id="{9FF8CC2F-D9BE-D072-DFBA-A03420C403CA}"/>
                </a:ext>
              </a:extLst>
            </p:cNvPr>
            <p:cNvSpPr/>
            <p:nvPr/>
          </p:nvSpPr>
          <p:spPr>
            <a:xfrm>
              <a:off x="23002" y="881264"/>
              <a:ext cx="258791" cy="1336561"/>
            </a:xfrm>
            <a:custGeom>
              <a:avLst/>
              <a:gdLst>
                <a:gd name="connsiteX0" fmla="*/ 0 w 389425"/>
                <a:gd name="connsiteY0" fmla="*/ 33 h 2011236"/>
                <a:gd name="connsiteX1" fmla="*/ 171260 w 389425"/>
                <a:gd name="connsiteY1" fmla="*/ 60326 h 2011236"/>
                <a:gd name="connsiteX2" fmla="*/ 211455 w 389425"/>
                <a:gd name="connsiteY2" fmla="*/ 221204 h 2011236"/>
                <a:gd name="connsiteX3" fmla="*/ 243078 w 389425"/>
                <a:gd name="connsiteY3" fmla="*/ 448089 h 2011236"/>
                <a:gd name="connsiteX4" fmla="*/ 346424 w 389425"/>
                <a:gd name="connsiteY4" fmla="*/ 789941 h 2011236"/>
                <a:gd name="connsiteX5" fmla="*/ 372237 w 389425"/>
                <a:gd name="connsiteY5" fmla="*/ 942151 h 2011236"/>
                <a:gd name="connsiteX6" fmla="*/ 386620 w 389425"/>
                <a:gd name="connsiteY6" fmla="*/ 1272478 h 2011236"/>
                <a:gd name="connsiteX7" fmla="*/ 280416 w 389425"/>
                <a:gd name="connsiteY7" fmla="*/ 1660241 h 2011236"/>
                <a:gd name="connsiteX8" fmla="*/ 151257 w 389425"/>
                <a:gd name="connsiteY8" fmla="*/ 1844073 h 2011236"/>
                <a:gd name="connsiteX9" fmla="*/ 1905 w 389425"/>
                <a:gd name="connsiteY9" fmla="*/ 2011237 h 2011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9425" h="2011236">
                  <a:moveTo>
                    <a:pt x="0" y="33"/>
                  </a:moveTo>
                  <a:cubicBezTo>
                    <a:pt x="57912" y="-824"/>
                    <a:pt x="136112" y="14892"/>
                    <a:pt x="171260" y="60326"/>
                  </a:cubicBezTo>
                  <a:cubicBezTo>
                    <a:pt x="205645" y="104903"/>
                    <a:pt x="207740" y="164244"/>
                    <a:pt x="211455" y="221204"/>
                  </a:cubicBezTo>
                  <a:cubicBezTo>
                    <a:pt x="216408" y="297594"/>
                    <a:pt x="225838" y="373604"/>
                    <a:pt x="243078" y="448089"/>
                  </a:cubicBezTo>
                  <a:cubicBezTo>
                    <a:pt x="269939" y="564199"/>
                    <a:pt x="319183" y="673927"/>
                    <a:pt x="346424" y="789941"/>
                  </a:cubicBezTo>
                  <a:cubicBezTo>
                    <a:pt x="358235" y="840043"/>
                    <a:pt x="365951" y="891097"/>
                    <a:pt x="372237" y="942151"/>
                  </a:cubicBezTo>
                  <a:cubicBezTo>
                    <a:pt x="385858" y="1051784"/>
                    <a:pt x="394049" y="1162274"/>
                    <a:pt x="386620" y="1272478"/>
                  </a:cubicBezTo>
                  <a:cubicBezTo>
                    <a:pt x="377476" y="1407828"/>
                    <a:pt x="344996" y="1541178"/>
                    <a:pt x="280416" y="1660241"/>
                  </a:cubicBezTo>
                  <a:cubicBezTo>
                    <a:pt x="244602" y="1726249"/>
                    <a:pt x="199358" y="1786352"/>
                    <a:pt x="151257" y="1844073"/>
                  </a:cubicBezTo>
                  <a:cubicBezTo>
                    <a:pt x="79534" y="1930084"/>
                    <a:pt x="89345" y="1941419"/>
                    <a:pt x="1905" y="2011237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pPr rtl="0"/>
              <a:endParaRPr lang="en-US" noProof="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B2F7D74-558F-4816-9367-4004FFA2B6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14400"/>
            <a:ext cx="10972800" cy="914400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69ADF-8CD9-4E77-BB8D-70D8824C5A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8640" y="2286000"/>
            <a:ext cx="5212080" cy="3840480"/>
          </a:xfrm>
        </p:spPr>
        <p:txBody>
          <a:bodyPr>
            <a:normAutofit/>
          </a:bodyPr>
          <a:lstStyle>
            <a:lvl1pPr marL="514350" indent="-514350">
              <a:spcBef>
                <a:spcPts val="1600"/>
              </a:spcBef>
              <a:buFont typeface="+mj-lt"/>
              <a:buAutoNum type="arabicPeriod"/>
              <a:defRPr sz="1800"/>
            </a:lvl1pPr>
            <a:lvl2pPr marL="1097280" indent="-512064">
              <a:buFont typeface="+mj-lt"/>
              <a:buAutoNum type="alphaLcPeriod"/>
              <a:defRPr sz="1600"/>
            </a:lvl2pPr>
            <a:lvl3pPr marL="1609344" indent="-512064">
              <a:buFont typeface="+mj-lt"/>
              <a:buAutoNum type="arabicParenR"/>
              <a:defRPr sz="1400"/>
            </a:lvl3pPr>
            <a:lvl4pPr marL="2212848" indent="-512064">
              <a:spcBef>
                <a:spcPts val="500"/>
              </a:spcBef>
              <a:buFont typeface="+mj-lt"/>
              <a:buAutoNum type="alphaLcParenR"/>
              <a:defRPr sz="1200"/>
            </a:lvl4pPr>
            <a:lvl5pPr marL="2724912" indent="-512064"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5F077D-E901-4AA9-B062-1C37FF407B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800" y="2286000"/>
            <a:ext cx="5212080" cy="384048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22" name="Date Placeholder 21">
            <a:extLst>
              <a:ext uri="{FF2B5EF4-FFF2-40B4-BE49-F238E27FC236}">
                <a16:creationId xmlns:a16="http://schemas.microsoft.com/office/drawing/2014/main" id="{C837C813-621D-5D2C-4019-EE80976040C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8640" y="6356350"/>
            <a:ext cx="2743200" cy="365125"/>
          </a:xfrm>
        </p:spPr>
        <p:txBody>
          <a:bodyPr/>
          <a:lstStyle/>
          <a:p>
            <a:r>
              <a:rPr lang="en-US" noProof="0" dirty="0"/>
              <a:t>20XX</a:t>
            </a: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58AA2A2F-7F84-7371-DE7D-3170E7F1BBC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767060" y="6356350"/>
            <a:ext cx="845820" cy="365125"/>
          </a:xfrm>
        </p:spPr>
        <p:txBody>
          <a:bodyPr/>
          <a:lstStyle/>
          <a:p>
            <a:fld id="{294A09A9-5501-47C1-A89A-A340965A2BE2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10694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Top Right">
            <a:extLst>
              <a:ext uri="{FF2B5EF4-FFF2-40B4-BE49-F238E27FC236}">
                <a16:creationId xmlns:a16="http://schemas.microsoft.com/office/drawing/2014/main" id="{7DCF5A23-16BE-4FF7-8562-4B9CD64FB2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50" y="-1"/>
            <a:ext cx="2768446" cy="4486275"/>
            <a:chOff x="10849" y="-3086"/>
            <a:chExt cx="2198951" cy="3349518"/>
          </a:xfrm>
        </p:grpSpPr>
        <p:sp>
          <p:nvSpPr>
            <p:cNvPr id="15" name="Freeform: Shape 9">
              <a:extLst>
                <a:ext uri="{FF2B5EF4-FFF2-40B4-BE49-F238E27FC236}">
                  <a16:creationId xmlns:a16="http://schemas.microsoft.com/office/drawing/2014/main" id="{930E8856-48C1-4FFD-9BC1-360BCDEC04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0800000">
              <a:off x="692844" y="-3086"/>
              <a:ext cx="1326111" cy="597603"/>
            </a:xfrm>
            <a:custGeom>
              <a:avLst/>
              <a:gdLst>
                <a:gd name="connsiteX0" fmla="*/ 741051 w 1482102"/>
                <a:gd name="connsiteY0" fmla="*/ 0 h 679363"/>
                <a:gd name="connsiteX1" fmla="*/ 1473822 w 1482102"/>
                <a:gd name="connsiteY1" fmla="*/ 597226 h 679363"/>
                <a:gd name="connsiteX2" fmla="*/ 1482102 w 1482102"/>
                <a:gd name="connsiteY2" fmla="*/ 679363 h 679363"/>
                <a:gd name="connsiteX3" fmla="*/ 0 w 1482102"/>
                <a:gd name="connsiteY3" fmla="*/ 679363 h 679363"/>
                <a:gd name="connsiteX4" fmla="*/ 8280 w 1482102"/>
                <a:gd name="connsiteY4" fmla="*/ 597226 h 679363"/>
                <a:gd name="connsiteX5" fmla="*/ 741051 w 1482102"/>
                <a:gd name="connsiteY5" fmla="*/ 0 h 679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82102" h="679363">
                  <a:moveTo>
                    <a:pt x="741051" y="0"/>
                  </a:moveTo>
                  <a:cubicBezTo>
                    <a:pt x="1102506" y="0"/>
                    <a:pt x="1404077" y="256390"/>
                    <a:pt x="1473822" y="597226"/>
                  </a:cubicBezTo>
                  <a:lnTo>
                    <a:pt x="1482102" y="679363"/>
                  </a:lnTo>
                  <a:lnTo>
                    <a:pt x="0" y="679363"/>
                  </a:lnTo>
                  <a:lnTo>
                    <a:pt x="8280" y="597226"/>
                  </a:lnTo>
                  <a:cubicBezTo>
                    <a:pt x="78025" y="256390"/>
                    <a:pt x="379596" y="0"/>
                    <a:pt x="74105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en-US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endParaRPr>
            </a:p>
          </p:txBody>
        </p:sp>
        <p:sp>
          <p:nvSpPr>
            <p:cNvPr id="16" name="Freeform: Shape 10">
              <a:extLst>
                <a:ext uri="{FF2B5EF4-FFF2-40B4-BE49-F238E27FC236}">
                  <a16:creationId xmlns:a16="http://schemas.microsoft.com/office/drawing/2014/main" id="{0950DAF3-AE2C-43D7-884D-F377394DBC57}"/>
                </a:ext>
              </a:extLst>
            </p:cNvPr>
            <p:cNvSpPr/>
            <p:nvPr/>
          </p:nvSpPr>
          <p:spPr>
            <a:xfrm>
              <a:off x="19394" y="15241"/>
              <a:ext cx="2190406" cy="3331191"/>
            </a:xfrm>
            <a:custGeom>
              <a:avLst/>
              <a:gdLst>
                <a:gd name="connsiteX0" fmla="*/ 0 w 3296088"/>
                <a:gd name="connsiteY0" fmla="*/ 5012722 h 5012722"/>
                <a:gd name="connsiteX1" fmla="*/ 244031 w 3296088"/>
                <a:gd name="connsiteY1" fmla="*/ 4820222 h 5012722"/>
                <a:gd name="connsiteX2" fmla="*/ 729234 w 3296088"/>
                <a:gd name="connsiteY2" fmla="*/ 4360641 h 5012722"/>
                <a:gd name="connsiteX3" fmla="*/ 881444 w 3296088"/>
                <a:gd name="connsiteY3" fmla="*/ 4173950 h 5012722"/>
                <a:gd name="connsiteX4" fmla="*/ 1151287 w 3296088"/>
                <a:gd name="connsiteY4" fmla="*/ 3972877 h 5012722"/>
                <a:gd name="connsiteX5" fmla="*/ 1498664 w 3296088"/>
                <a:gd name="connsiteY5" fmla="*/ 3786188 h 5012722"/>
                <a:gd name="connsiteX6" fmla="*/ 1716881 w 3296088"/>
                <a:gd name="connsiteY6" fmla="*/ 3674174 h 5012722"/>
                <a:gd name="connsiteX7" fmla="*/ 1913573 w 3296088"/>
                <a:gd name="connsiteY7" fmla="*/ 3477387 h 5012722"/>
                <a:gd name="connsiteX8" fmla="*/ 2167700 w 3296088"/>
                <a:gd name="connsiteY8" fmla="*/ 3042190 h 5012722"/>
                <a:gd name="connsiteX9" fmla="*/ 2273903 w 3296088"/>
                <a:gd name="connsiteY9" fmla="*/ 2775014 h 5012722"/>
                <a:gd name="connsiteX10" fmla="*/ 2463356 w 3296088"/>
                <a:gd name="connsiteY10" fmla="*/ 2335530 h 5012722"/>
                <a:gd name="connsiteX11" fmla="*/ 2741866 w 3296088"/>
                <a:gd name="connsiteY11" fmla="*/ 1982248 h 5012722"/>
                <a:gd name="connsiteX12" fmla="*/ 2985897 w 3296088"/>
                <a:gd name="connsiteY12" fmla="*/ 1634681 h 5012722"/>
                <a:gd name="connsiteX13" fmla="*/ 3212687 w 3296088"/>
                <a:gd name="connsiteY13" fmla="*/ 1226820 h 5012722"/>
                <a:gd name="connsiteX14" fmla="*/ 3281553 w 3296088"/>
                <a:gd name="connsiteY14" fmla="*/ 959644 h 5012722"/>
                <a:gd name="connsiteX15" fmla="*/ 3295936 w 3296088"/>
                <a:gd name="connsiteY15" fmla="*/ 701135 h 5012722"/>
                <a:gd name="connsiteX16" fmla="*/ 3267266 w 3296088"/>
                <a:gd name="connsiteY16" fmla="*/ 436817 h 5012722"/>
                <a:gd name="connsiteX17" fmla="*/ 3105341 w 3296088"/>
                <a:gd name="connsiteY17" fmla="*/ 0 h 5012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6088" h="5012722">
                  <a:moveTo>
                    <a:pt x="0" y="5012722"/>
                  </a:moveTo>
                  <a:cubicBezTo>
                    <a:pt x="81820" y="4949095"/>
                    <a:pt x="163544" y="4885468"/>
                    <a:pt x="244031" y="4820222"/>
                  </a:cubicBezTo>
                  <a:cubicBezTo>
                    <a:pt x="417671" y="4679633"/>
                    <a:pt x="589883" y="4535139"/>
                    <a:pt x="729234" y="4360641"/>
                  </a:cubicBezTo>
                  <a:cubicBezTo>
                    <a:pt x="779431" y="4297776"/>
                    <a:pt x="825818" y="4231958"/>
                    <a:pt x="881444" y="4173950"/>
                  </a:cubicBezTo>
                  <a:cubicBezTo>
                    <a:pt x="959358" y="4092607"/>
                    <a:pt x="1054799" y="4031075"/>
                    <a:pt x="1151287" y="3972877"/>
                  </a:cubicBezTo>
                  <a:cubicBezTo>
                    <a:pt x="1263968" y="3904964"/>
                    <a:pt x="1379315" y="3841337"/>
                    <a:pt x="1498664" y="3786188"/>
                  </a:cubicBezTo>
                  <a:cubicBezTo>
                    <a:pt x="1573149" y="3751802"/>
                    <a:pt x="1649159" y="3720179"/>
                    <a:pt x="1716881" y="3674174"/>
                  </a:cubicBezTo>
                  <a:cubicBezTo>
                    <a:pt x="1794034" y="3621691"/>
                    <a:pt x="1856708" y="3551492"/>
                    <a:pt x="1913573" y="3477387"/>
                  </a:cubicBezTo>
                  <a:cubicBezTo>
                    <a:pt x="2016157" y="3343751"/>
                    <a:pt x="2099024" y="3196114"/>
                    <a:pt x="2167700" y="3042190"/>
                  </a:cubicBezTo>
                  <a:cubicBezTo>
                    <a:pt x="2206752" y="2954655"/>
                    <a:pt x="2241233" y="2865215"/>
                    <a:pt x="2273903" y="2775014"/>
                  </a:cubicBezTo>
                  <a:cubicBezTo>
                    <a:pt x="2328482" y="2624423"/>
                    <a:pt x="2379440" y="2471642"/>
                    <a:pt x="2463356" y="2335530"/>
                  </a:cubicBezTo>
                  <a:cubicBezTo>
                    <a:pt x="2542127" y="2207705"/>
                    <a:pt x="2647855" y="2099501"/>
                    <a:pt x="2741866" y="1982248"/>
                  </a:cubicBezTo>
                  <a:cubicBezTo>
                    <a:pt x="2830449" y="1871758"/>
                    <a:pt x="2908554" y="1753362"/>
                    <a:pt x="2985897" y="1634681"/>
                  </a:cubicBezTo>
                  <a:cubicBezTo>
                    <a:pt x="3071146" y="1503902"/>
                    <a:pt x="3156395" y="1372172"/>
                    <a:pt x="3212687" y="1226820"/>
                  </a:cubicBezTo>
                  <a:cubicBezTo>
                    <a:pt x="3246025" y="1140809"/>
                    <a:pt x="3268790" y="1051084"/>
                    <a:pt x="3281553" y="959644"/>
                  </a:cubicBezTo>
                  <a:cubicBezTo>
                    <a:pt x="3293555" y="874014"/>
                    <a:pt x="3296888" y="787527"/>
                    <a:pt x="3295936" y="701135"/>
                  </a:cubicBezTo>
                  <a:cubicBezTo>
                    <a:pt x="3294888" y="612172"/>
                    <a:pt x="3289268" y="523018"/>
                    <a:pt x="3267266" y="436817"/>
                  </a:cubicBezTo>
                  <a:cubicBezTo>
                    <a:pt x="3227832" y="282416"/>
                    <a:pt x="3105341" y="0"/>
                    <a:pt x="310534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pPr rtl="0"/>
              <a:endParaRPr lang="en-US" noProof="0" dirty="0"/>
            </a:p>
          </p:txBody>
        </p:sp>
        <p:sp>
          <p:nvSpPr>
            <p:cNvPr id="17" name="Freeform: Shape 11">
              <a:extLst>
                <a:ext uri="{FF2B5EF4-FFF2-40B4-BE49-F238E27FC236}">
                  <a16:creationId xmlns:a16="http://schemas.microsoft.com/office/drawing/2014/main" id="{49552E91-169E-43A2-8337-361B09B2ECE1}"/>
                </a:ext>
              </a:extLst>
            </p:cNvPr>
            <p:cNvSpPr/>
            <p:nvPr/>
          </p:nvSpPr>
          <p:spPr>
            <a:xfrm>
              <a:off x="10849" y="15178"/>
              <a:ext cx="1978674" cy="3074959"/>
            </a:xfrm>
            <a:custGeom>
              <a:avLst/>
              <a:gdLst>
                <a:gd name="connsiteX0" fmla="*/ 0 w 2977477"/>
                <a:gd name="connsiteY0" fmla="*/ 4627150 h 4627149"/>
                <a:gd name="connsiteX1" fmla="*/ 275082 w 2977477"/>
                <a:gd name="connsiteY1" fmla="*/ 4341590 h 4627149"/>
                <a:gd name="connsiteX2" fmla="*/ 502825 w 2977477"/>
                <a:gd name="connsiteY2" fmla="*/ 4054126 h 4627149"/>
                <a:gd name="connsiteX3" fmla="*/ 666179 w 2977477"/>
                <a:gd name="connsiteY3" fmla="*/ 3890677 h 4627149"/>
                <a:gd name="connsiteX4" fmla="*/ 864203 w 2977477"/>
                <a:gd name="connsiteY4" fmla="*/ 3675983 h 4627149"/>
                <a:gd name="connsiteX5" fmla="*/ 982599 w 2977477"/>
                <a:gd name="connsiteY5" fmla="*/ 3557492 h 4627149"/>
                <a:gd name="connsiteX6" fmla="*/ 1188244 w 2977477"/>
                <a:gd name="connsiteY6" fmla="*/ 3329654 h 4627149"/>
                <a:gd name="connsiteX7" fmla="*/ 1344740 w 2977477"/>
                <a:gd name="connsiteY7" fmla="*/ 3146774 h 4627149"/>
                <a:gd name="connsiteX8" fmla="*/ 1470755 w 2977477"/>
                <a:gd name="connsiteY8" fmla="*/ 2984659 h 4627149"/>
                <a:gd name="connsiteX9" fmla="*/ 1657636 w 2977477"/>
                <a:gd name="connsiteY9" fmla="*/ 2670239 h 4627149"/>
                <a:gd name="connsiteX10" fmla="*/ 1762887 w 2977477"/>
                <a:gd name="connsiteY10" fmla="*/ 2473547 h 4627149"/>
                <a:gd name="connsiteX11" fmla="*/ 1866710 w 2977477"/>
                <a:gd name="connsiteY11" fmla="*/ 2290667 h 4627149"/>
                <a:gd name="connsiteX12" fmla="*/ 2106263 w 2977477"/>
                <a:gd name="connsiteY12" fmla="*/ 2030254 h 4627149"/>
                <a:gd name="connsiteX13" fmla="*/ 2277237 w 2977477"/>
                <a:gd name="connsiteY13" fmla="*/ 1859185 h 4627149"/>
                <a:gd name="connsiteX14" fmla="*/ 2499455 w 2977477"/>
                <a:gd name="connsiteY14" fmla="*/ 1656207 h 4627149"/>
                <a:gd name="connsiteX15" fmla="*/ 2707100 w 2977477"/>
                <a:gd name="connsiteY15" fmla="*/ 1390269 h 4627149"/>
                <a:gd name="connsiteX16" fmla="*/ 2812352 w 2977477"/>
                <a:gd name="connsiteY16" fmla="*/ 1230916 h 4627149"/>
                <a:gd name="connsiteX17" fmla="*/ 2898172 w 2977477"/>
                <a:gd name="connsiteY17" fmla="*/ 1036987 h 4627149"/>
                <a:gd name="connsiteX18" fmla="*/ 2963228 w 2977477"/>
                <a:gd name="connsiteY18" fmla="*/ 850011 h 4627149"/>
                <a:gd name="connsiteX19" fmla="*/ 2977325 w 2977477"/>
                <a:gd name="connsiteY19" fmla="*/ 745427 h 4627149"/>
                <a:gd name="connsiteX20" fmla="*/ 2929509 w 2977477"/>
                <a:gd name="connsiteY20" fmla="*/ 480155 h 4627149"/>
                <a:gd name="connsiteX21" fmla="*/ 2563082 w 2977477"/>
                <a:gd name="connsiteY21" fmla="*/ 0 h 462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977477" h="4627149">
                  <a:moveTo>
                    <a:pt x="0" y="4627150"/>
                  </a:moveTo>
                  <a:cubicBezTo>
                    <a:pt x="79820" y="4552283"/>
                    <a:pt x="203835" y="4424648"/>
                    <a:pt x="275082" y="4341590"/>
                  </a:cubicBezTo>
                  <a:cubicBezTo>
                    <a:pt x="354711" y="4248722"/>
                    <a:pt x="421005" y="4145090"/>
                    <a:pt x="502825" y="4054126"/>
                  </a:cubicBezTo>
                  <a:cubicBezTo>
                    <a:pt x="554355" y="3996881"/>
                    <a:pt x="612362" y="3945827"/>
                    <a:pt x="666179" y="3890677"/>
                  </a:cubicBezTo>
                  <a:cubicBezTo>
                    <a:pt x="734187" y="3821049"/>
                    <a:pt x="796671" y="3746183"/>
                    <a:pt x="864203" y="3675983"/>
                  </a:cubicBezTo>
                  <a:cubicBezTo>
                    <a:pt x="902875" y="3635788"/>
                    <a:pt x="943642" y="3597593"/>
                    <a:pt x="982599" y="3557492"/>
                  </a:cubicBezTo>
                  <a:cubicBezTo>
                    <a:pt x="1053941" y="3484150"/>
                    <a:pt x="1121378" y="3407093"/>
                    <a:pt x="1188244" y="3329654"/>
                  </a:cubicBezTo>
                  <a:cubicBezTo>
                    <a:pt x="1240631" y="3268885"/>
                    <a:pt x="1293495" y="3208496"/>
                    <a:pt x="1344740" y="3146774"/>
                  </a:cubicBezTo>
                  <a:cubicBezTo>
                    <a:pt x="1388459" y="3094101"/>
                    <a:pt x="1431512" y="3040761"/>
                    <a:pt x="1470755" y="2984659"/>
                  </a:cubicBezTo>
                  <a:cubicBezTo>
                    <a:pt x="1540764" y="2884646"/>
                    <a:pt x="1598771" y="2777109"/>
                    <a:pt x="1657636" y="2670239"/>
                  </a:cubicBezTo>
                  <a:cubicBezTo>
                    <a:pt x="1693545" y="2605088"/>
                    <a:pt x="1728502" y="2539460"/>
                    <a:pt x="1762887" y="2473547"/>
                  </a:cubicBezTo>
                  <a:cubicBezTo>
                    <a:pt x="1795367" y="2411349"/>
                    <a:pt x="1826419" y="2348103"/>
                    <a:pt x="1866710" y="2290667"/>
                  </a:cubicBezTo>
                  <a:cubicBezTo>
                    <a:pt x="1934623" y="2193893"/>
                    <a:pt x="2022729" y="2114169"/>
                    <a:pt x="2106263" y="2030254"/>
                  </a:cubicBezTo>
                  <a:cubicBezTo>
                    <a:pt x="2163128" y="1973104"/>
                    <a:pt x="2218182" y="1914049"/>
                    <a:pt x="2277237" y="1859185"/>
                  </a:cubicBezTo>
                  <a:cubicBezTo>
                    <a:pt x="2350770" y="1790891"/>
                    <a:pt x="2430304" y="1728978"/>
                    <a:pt x="2499455" y="1656207"/>
                  </a:cubicBezTo>
                  <a:cubicBezTo>
                    <a:pt x="2576989" y="1574578"/>
                    <a:pt x="2641568" y="1481900"/>
                    <a:pt x="2707100" y="1390269"/>
                  </a:cubicBezTo>
                  <a:cubicBezTo>
                    <a:pt x="2744153" y="1338453"/>
                    <a:pt x="2781586" y="1286732"/>
                    <a:pt x="2812352" y="1230916"/>
                  </a:cubicBezTo>
                  <a:cubicBezTo>
                    <a:pt x="2846546" y="1168908"/>
                    <a:pt x="2872550" y="1102900"/>
                    <a:pt x="2898172" y="1036987"/>
                  </a:cubicBezTo>
                  <a:cubicBezTo>
                    <a:pt x="2922175" y="975455"/>
                    <a:pt x="2948273" y="914305"/>
                    <a:pt x="2963228" y="850011"/>
                  </a:cubicBezTo>
                  <a:cubicBezTo>
                    <a:pt x="2971229" y="815626"/>
                    <a:pt x="2976563" y="780764"/>
                    <a:pt x="2977325" y="745427"/>
                  </a:cubicBezTo>
                  <a:cubicBezTo>
                    <a:pt x="2979230" y="654844"/>
                    <a:pt x="2963323" y="564261"/>
                    <a:pt x="2929509" y="480155"/>
                  </a:cubicBezTo>
                  <a:cubicBezTo>
                    <a:pt x="2851309" y="285655"/>
                    <a:pt x="2563082" y="0"/>
                    <a:pt x="2563082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pPr rtl="0"/>
              <a:endParaRPr lang="en-US" noProof="0" dirty="0"/>
            </a:p>
          </p:txBody>
        </p:sp>
        <p:sp>
          <p:nvSpPr>
            <p:cNvPr id="18" name="Freeform: Shape 12">
              <a:extLst>
                <a:ext uri="{FF2B5EF4-FFF2-40B4-BE49-F238E27FC236}">
                  <a16:creationId xmlns:a16="http://schemas.microsoft.com/office/drawing/2014/main" id="{4F38336D-53FF-4098-A32C-E01EF18D47C5}"/>
                </a:ext>
              </a:extLst>
            </p:cNvPr>
            <p:cNvSpPr/>
            <p:nvPr/>
          </p:nvSpPr>
          <p:spPr>
            <a:xfrm>
              <a:off x="25092" y="15178"/>
              <a:ext cx="1566146" cy="2737264"/>
            </a:xfrm>
            <a:custGeom>
              <a:avLst/>
              <a:gdLst>
                <a:gd name="connsiteX0" fmla="*/ 1707071 w 2356712"/>
                <a:gd name="connsiteY0" fmla="*/ 0 h 4118991"/>
                <a:gd name="connsiteX1" fmla="*/ 1824514 w 2356712"/>
                <a:gd name="connsiteY1" fmla="*/ 244697 h 4118991"/>
                <a:gd name="connsiteX2" fmla="*/ 1908715 w 2356712"/>
                <a:gd name="connsiteY2" fmla="*/ 328994 h 4118991"/>
                <a:gd name="connsiteX3" fmla="*/ 2226469 w 2356712"/>
                <a:gd name="connsiteY3" fmla="*/ 603695 h 4118991"/>
                <a:gd name="connsiteX4" fmla="*/ 2355628 w 2356712"/>
                <a:gd name="connsiteY4" fmla="*/ 900494 h 4118991"/>
                <a:gd name="connsiteX5" fmla="*/ 2281428 w 2356712"/>
                <a:gd name="connsiteY5" fmla="*/ 1206913 h 4118991"/>
                <a:gd name="connsiteX6" fmla="*/ 2092452 w 2356712"/>
                <a:gd name="connsiteY6" fmla="*/ 1460659 h 4118991"/>
                <a:gd name="connsiteX7" fmla="*/ 1834039 w 2356712"/>
                <a:gd name="connsiteY7" fmla="*/ 1625822 h 4118991"/>
                <a:gd name="connsiteX8" fmla="*/ 1558862 w 2356712"/>
                <a:gd name="connsiteY8" fmla="*/ 1743075 h 4118991"/>
                <a:gd name="connsiteX9" fmla="*/ 1386554 w 2356712"/>
                <a:gd name="connsiteY9" fmla="*/ 1869948 h 4118991"/>
                <a:gd name="connsiteX10" fmla="*/ 1271683 w 2356712"/>
                <a:gd name="connsiteY10" fmla="*/ 2073402 h 4118991"/>
                <a:gd name="connsiteX11" fmla="*/ 1178338 w 2356712"/>
                <a:gd name="connsiteY11" fmla="*/ 2355914 h 4118991"/>
                <a:gd name="connsiteX12" fmla="*/ 1113758 w 2356712"/>
                <a:gd name="connsiteY12" fmla="*/ 2578513 h 4118991"/>
                <a:gd name="connsiteX13" fmla="*/ 1034796 w 2356712"/>
                <a:gd name="connsiteY13" fmla="*/ 2834640 h 4118991"/>
                <a:gd name="connsiteX14" fmla="*/ 905637 w 2356712"/>
                <a:gd name="connsiteY14" fmla="*/ 3081242 h 4118991"/>
                <a:gd name="connsiteX15" fmla="*/ 793147 w 2356712"/>
                <a:gd name="connsiteY15" fmla="*/ 3258407 h 4118991"/>
                <a:gd name="connsiteX16" fmla="*/ 546735 w 2356712"/>
                <a:gd name="connsiteY16" fmla="*/ 3571970 h 4118991"/>
                <a:gd name="connsiteX17" fmla="*/ 346996 w 2356712"/>
                <a:gd name="connsiteY17" fmla="*/ 3771900 h 4118991"/>
                <a:gd name="connsiteX18" fmla="*/ 174689 w 2356712"/>
                <a:gd name="connsiteY18" fmla="*/ 3944207 h 4118991"/>
                <a:gd name="connsiteX19" fmla="*/ 0 w 2356712"/>
                <a:gd name="connsiteY19" fmla="*/ 4118991 h 411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356712" h="4118991">
                  <a:moveTo>
                    <a:pt x="1707071" y="0"/>
                  </a:moveTo>
                  <a:cubicBezTo>
                    <a:pt x="1715357" y="22098"/>
                    <a:pt x="1812608" y="224409"/>
                    <a:pt x="1824514" y="244697"/>
                  </a:cubicBezTo>
                  <a:cubicBezTo>
                    <a:pt x="1844802" y="279273"/>
                    <a:pt x="1876996" y="304324"/>
                    <a:pt x="1908715" y="328994"/>
                  </a:cubicBezTo>
                  <a:cubicBezTo>
                    <a:pt x="2019967" y="415195"/>
                    <a:pt x="2137886" y="494633"/>
                    <a:pt x="2226469" y="603695"/>
                  </a:cubicBezTo>
                  <a:cubicBezTo>
                    <a:pt x="2296287" y="689610"/>
                    <a:pt x="2347817" y="790480"/>
                    <a:pt x="2355628" y="900494"/>
                  </a:cubicBezTo>
                  <a:cubicBezTo>
                    <a:pt x="2363248" y="1007078"/>
                    <a:pt x="2329910" y="1111187"/>
                    <a:pt x="2281428" y="1206913"/>
                  </a:cubicBezTo>
                  <a:cubicBezTo>
                    <a:pt x="2233422" y="1301877"/>
                    <a:pt x="2170938" y="1388936"/>
                    <a:pt x="2092452" y="1460659"/>
                  </a:cubicBezTo>
                  <a:cubicBezTo>
                    <a:pt x="2016538" y="1530001"/>
                    <a:pt x="1927765" y="1583436"/>
                    <a:pt x="1834039" y="1625822"/>
                  </a:cubicBezTo>
                  <a:cubicBezTo>
                    <a:pt x="1743075" y="1666970"/>
                    <a:pt x="1647730" y="1697736"/>
                    <a:pt x="1558862" y="1743075"/>
                  </a:cubicBezTo>
                  <a:cubicBezTo>
                    <a:pt x="1494758" y="1775841"/>
                    <a:pt x="1434275" y="1816132"/>
                    <a:pt x="1386554" y="1869948"/>
                  </a:cubicBezTo>
                  <a:cubicBezTo>
                    <a:pt x="1334548" y="1928622"/>
                    <a:pt x="1300544" y="2000345"/>
                    <a:pt x="1271683" y="2073402"/>
                  </a:cubicBezTo>
                  <a:cubicBezTo>
                    <a:pt x="1235202" y="2165699"/>
                    <a:pt x="1206722" y="2260759"/>
                    <a:pt x="1178338" y="2355914"/>
                  </a:cubicBezTo>
                  <a:cubicBezTo>
                    <a:pt x="1156240" y="2429923"/>
                    <a:pt x="1134237" y="2504028"/>
                    <a:pt x="1113758" y="2578513"/>
                  </a:cubicBezTo>
                  <a:cubicBezTo>
                    <a:pt x="1090041" y="2664714"/>
                    <a:pt x="1068134" y="2751678"/>
                    <a:pt x="1034796" y="2834640"/>
                  </a:cubicBezTo>
                  <a:cubicBezTo>
                    <a:pt x="1000125" y="2920841"/>
                    <a:pt x="953643" y="3001613"/>
                    <a:pt x="905637" y="3081242"/>
                  </a:cubicBezTo>
                  <a:cubicBezTo>
                    <a:pt x="869442" y="3141155"/>
                    <a:pt x="832295" y="3200400"/>
                    <a:pt x="793147" y="3258407"/>
                  </a:cubicBezTo>
                  <a:cubicBezTo>
                    <a:pt x="718661" y="3368802"/>
                    <a:pt x="637223" y="3474434"/>
                    <a:pt x="546735" y="3571970"/>
                  </a:cubicBezTo>
                  <a:cubicBezTo>
                    <a:pt x="482632" y="3641027"/>
                    <a:pt x="414147" y="3705797"/>
                    <a:pt x="346996" y="3771900"/>
                  </a:cubicBezTo>
                  <a:cubicBezTo>
                    <a:pt x="288989" y="3828764"/>
                    <a:pt x="232029" y="3886676"/>
                    <a:pt x="174689" y="3944207"/>
                  </a:cubicBezTo>
                  <a:cubicBezTo>
                    <a:pt x="116586" y="4002596"/>
                    <a:pt x="58293" y="4060698"/>
                    <a:pt x="0" y="411899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pPr rtl="0"/>
              <a:endParaRPr lang="en-US" noProof="0" dirty="0"/>
            </a:p>
          </p:txBody>
        </p:sp>
        <p:sp>
          <p:nvSpPr>
            <p:cNvPr id="19" name="Freeform: Shape 13">
              <a:extLst>
                <a:ext uri="{FF2B5EF4-FFF2-40B4-BE49-F238E27FC236}">
                  <a16:creationId xmlns:a16="http://schemas.microsoft.com/office/drawing/2014/main" id="{C78446BA-74A6-401A-BC2F-8B0BB17F7E1D}"/>
                </a:ext>
              </a:extLst>
            </p:cNvPr>
            <p:cNvSpPr/>
            <p:nvPr/>
          </p:nvSpPr>
          <p:spPr>
            <a:xfrm>
              <a:off x="10849" y="15178"/>
              <a:ext cx="1368431" cy="2644975"/>
            </a:xfrm>
            <a:custGeom>
              <a:avLst/>
              <a:gdLst>
                <a:gd name="connsiteX0" fmla="*/ 0 w 2059193"/>
                <a:gd name="connsiteY0" fmla="*/ 3980116 h 3980116"/>
                <a:gd name="connsiteX1" fmla="*/ 471583 w 2059193"/>
                <a:gd name="connsiteY1" fmla="*/ 3515678 h 3980116"/>
                <a:gd name="connsiteX2" fmla="*/ 758666 w 2059193"/>
                <a:gd name="connsiteY2" fmla="*/ 3163824 h 3980116"/>
                <a:gd name="connsiteX3" fmla="*/ 940499 w 2059193"/>
                <a:gd name="connsiteY3" fmla="*/ 2780824 h 3980116"/>
                <a:gd name="connsiteX4" fmla="*/ 1055370 w 2059193"/>
                <a:gd name="connsiteY4" fmla="*/ 2242185 h 3980116"/>
                <a:gd name="connsiteX5" fmla="*/ 1136714 w 2059193"/>
                <a:gd name="connsiteY5" fmla="*/ 1878330 h 3980116"/>
                <a:gd name="connsiteX6" fmla="*/ 1246727 w 2059193"/>
                <a:gd name="connsiteY6" fmla="*/ 1562386 h 3980116"/>
                <a:gd name="connsiteX7" fmla="*/ 1378363 w 2059193"/>
                <a:gd name="connsiteY7" fmla="*/ 1430750 h 3980116"/>
                <a:gd name="connsiteX8" fmla="*/ 1691831 w 2059193"/>
                <a:gd name="connsiteY8" fmla="*/ 1394841 h 3980116"/>
                <a:gd name="connsiteX9" fmla="*/ 1914335 w 2059193"/>
                <a:gd name="connsiteY9" fmla="*/ 1323023 h 3980116"/>
                <a:gd name="connsiteX10" fmla="*/ 2055495 w 2059193"/>
                <a:gd name="connsiteY10" fmla="*/ 1098042 h 3980116"/>
                <a:gd name="connsiteX11" fmla="*/ 2033969 w 2059193"/>
                <a:gd name="connsiteY11" fmla="*/ 930497 h 3980116"/>
                <a:gd name="connsiteX12" fmla="*/ 1885664 w 2059193"/>
                <a:gd name="connsiteY12" fmla="*/ 760571 h 3980116"/>
                <a:gd name="connsiteX13" fmla="*/ 1636871 w 2059193"/>
                <a:gd name="connsiteY13" fmla="*/ 612172 h 3980116"/>
                <a:gd name="connsiteX14" fmla="*/ 1335405 w 2059193"/>
                <a:gd name="connsiteY14" fmla="*/ 459010 h 3980116"/>
                <a:gd name="connsiteX15" fmla="*/ 1234916 w 2059193"/>
                <a:gd name="connsiteY15" fmla="*/ 269939 h 3980116"/>
                <a:gd name="connsiteX16" fmla="*/ 1386935 w 2059193"/>
                <a:gd name="connsiteY16" fmla="*/ 0 h 398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59193" h="3980116">
                  <a:moveTo>
                    <a:pt x="0" y="3980116"/>
                  </a:moveTo>
                  <a:cubicBezTo>
                    <a:pt x="91345" y="3889534"/>
                    <a:pt x="382715" y="3608737"/>
                    <a:pt x="471583" y="3515678"/>
                  </a:cubicBezTo>
                  <a:cubicBezTo>
                    <a:pt x="576358" y="3405949"/>
                    <a:pt x="675989" y="3290983"/>
                    <a:pt x="758666" y="3163824"/>
                  </a:cubicBezTo>
                  <a:cubicBezTo>
                    <a:pt x="836105" y="3044857"/>
                    <a:pt x="897445" y="2916079"/>
                    <a:pt x="940499" y="2780824"/>
                  </a:cubicBezTo>
                  <a:cubicBezTo>
                    <a:pt x="996315" y="2605754"/>
                    <a:pt x="1020985" y="2422874"/>
                    <a:pt x="1055370" y="2242185"/>
                  </a:cubicBezTo>
                  <a:cubicBezTo>
                    <a:pt x="1078611" y="2120075"/>
                    <a:pt x="1107472" y="1999107"/>
                    <a:pt x="1136714" y="1878330"/>
                  </a:cubicBezTo>
                  <a:cubicBezTo>
                    <a:pt x="1163098" y="1769174"/>
                    <a:pt x="1189482" y="1658588"/>
                    <a:pt x="1246727" y="1562386"/>
                  </a:cubicBezTo>
                  <a:cubicBezTo>
                    <a:pt x="1279208" y="1507808"/>
                    <a:pt x="1321689" y="1459039"/>
                    <a:pt x="1378363" y="1430750"/>
                  </a:cubicBezTo>
                  <a:cubicBezTo>
                    <a:pt x="1473327" y="1383221"/>
                    <a:pt x="1584865" y="1402652"/>
                    <a:pt x="1691831" y="1394841"/>
                  </a:cubicBezTo>
                  <a:cubicBezTo>
                    <a:pt x="1771079" y="1389031"/>
                    <a:pt x="1849279" y="1368266"/>
                    <a:pt x="1914335" y="1323023"/>
                  </a:cubicBezTo>
                  <a:cubicBezTo>
                    <a:pt x="1989963" y="1270445"/>
                    <a:pt x="2041493" y="1189101"/>
                    <a:pt x="2055495" y="1098042"/>
                  </a:cubicBezTo>
                  <a:cubicBezTo>
                    <a:pt x="2064258" y="1041178"/>
                    <a:pt x="2057591" y="982980"/>
                    <a:pt x="2033969" y="930497"/>
                  </a:cubicBezTo>
                  <a:cubicBezTo>
                    <a:pt x="2002727" y="861060"/>
                    <a:pt x="1945958" y="807625"/>
                    <a:pt x="1885664" y="760571"/>
                  </a:cubicBezTo>
                  <a:cubicBezTo>
                    <a:pt x="1809179" y="700945"/>
                    <a:pt x="1725549" y="651415"/>
                    <a:pt x="1636871" y="612172"/>
                  </a:cubicBezTo>
                  <a:cubicBezTo>
                    <a:pt x="1532763" y="566071"/>
                    <a:pt x="1421606" y="532543"/>
                    <a:pt x="1335405" y="459010"/>
                  </a:cubicBezTo>
                  <a:cubicBezTo>
                    <a:pt x="1277969" y="409956"/>
                    <a:pt x="1232059" y="344615"/>
                    <a:pt x="1234916" y="269939"/>
                  </a:cubicBezTo>
                  <a:cubicBezTo>
                    <a:pt x="1237012" y="211741"/>
                    <a:pt x="1386935" y="0"/>
                    <a:pt x="1386935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pPr rtl="0"/>
              <a:endParaRPr lang="en-US" noProof="0" dirty="0"/>
            </a:p>
          </p:txBody>
        </p:sp>
        <p:sp>
          <p:nvSpPr>
            <p:cNvPr id="20" name="Freeform: Shape 14">
              <a:extLst>
                <a:ext uri="{FF2B5EF4-FFF2-40B4-BE49-F238E27FC236}">
                  <a16:creationId xmlns:a16="http://schemas.microsoft.com/office/drawing/2014/main" id="{3C401887-78BB-448B-80F1-C8D99C8F25B4}"/>
                </a:ext>
              </a:extLst>
            </p:cNvPr>
            <p:cNvSpPr/>
            <p:nvPr/>
          </p:nvSpPr>
          <p:spPr>
            <a:xfrm>
              <a:off x="18825" y="543780"/>
              <a:ext cx="494287" cy="1905590"/>
            </a:xfrm>
            <a:custGeom>
              <a:avLst/>
              <a:gdLst>
                <a:gd name="connsiteX0" fmla="*/ 11144 w 743796"/>
                <a:gd name="connsiteY0" fmla="*/ 0 h 2867501"/>
                <a:gd name="connsiteX1" fmla="*/ 353663 w 743796"/>
                <a:gd name="connsiteY1" fmla="*/ 55245 h 2867501"/>
                <a:gd name="connsiteX2" fmla="*/ 571405 w 743796"/>
                <a:gd name="connsiteY2" fmla="*/ 179737 h 2867501"/>
                <a:gd name="connsiteX3" fmla="*/ 688658 w 743796"/>
                <a:gd name="connsiteY3" fmla="*/ 368808 h 2867501"/>
                <a:gd name="connsiteX4" fmla="*/ 731711 w 743796"/>
                <a:gd name="connsiteY4" fmla="*/ 612934 h 2867501"/>
                <a:gd name="connsiteX5" fmla="*/ 725233 w 743796"/>
                <a:gd name="connsiteY5" fmla="*/ 995648 h 2867501"/>
                <a:gd name="connsiteX6" fmla="*/ 742855 w 743796"/>
                <a:gd name="connsiteY6" fmla="*/ 1499330 h 2867501"/>
                <a:gd name="connsiteX7" fmla="*/ 707898 w 743796"/>
                <a:gd name="connsiteY7" fmla="*/ 1793081 h 2867501"/>
                <a:gd name="connsiteX8" fmla="*/ 633222 w 743796"/>
                <a:gd name="connsiteY8" fmla="*/ 2073592 h 2867501"/>
                <a:gd name="connsiteX9" fmla="*/ 404527 w 743796"/>
                <a:gd name="connsiteY9" fmla="*/ 2472404 h 2867501"/>
                <a:gd name="connsiteX10" fmla="*/ 0 w 743796"/>
                <a:gd name="connsiteY10" fmla="*/ 2867501 h 2867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3796" h="2867501">
                  <a:moveTo>
                    <a:pt x="11144" y="0"/>
                  </a:moveTo>
                  <a:cubicBezTo>
                    <a:pt x="101060" y="2953"/>
                    <a:pt x="268796" y="25146"/>
                    <a:pt x="353663" y="55245"/>
                  </a:cubicBezTo>
                  <a:cubicBezTo>
                    <a:pt x="433483" y="83534"/>
                    <a:pt x="510635" y="120967"/>
                    <a:pt x="571405" y="179737"/>
                  </a:cubicBezTo>
                  <a:cubicBezTo>
                    <a:pt x="625412" y="231934"/>
                    <a:pt x="663607" y="297942"/>
                    <a:pt x="688658" y="368808"/>
                  </a:cubicBezTo>
                  <a:cubicBezTo>
                    <a:pt x="716375" y="447103"/>
                    <a:pt x="727996" y="529876"/>
                    <a:pt x="731711" y="612934"/>
                  </a:cubicBezTo>
                  <a:cubicBezTo>
                    <a:pt x="737426" y="740474"/>
                    <a:pt x="724948" y="867918"/>
                    <a:pt x="725233" y="995648"/>
                  </a:cubicBezTo>
                  <a:cubicBezTo>
                    <a:pt x="725710" y="1163765"/>
                    <a:pt x="748665" y="1331309"/>
                    <a:pt x="742855" y="1499330"/>
                  </a:cubicBezTo>
                  <a:cubicBezTo>
                    <a:pt x="739426" y="1598009"/>
                    <a:pt x="725996" y="1696022"/>
                    <a:pt x="707898" y="1793081"/>
                  </a:cubicBezTo>
                  <a:cubicBezTo>
                    <a:pt x="690086" y="1888426"/>
                    <a:pt x="666845" y="1982724"/>
                    <a:pt x="633222" y="2073592"/>
                  </a:cubicBezTo>
                  <a:cubicBezTo>
                    <a:pt x="579692" y="2218182"/>
                    <a:pt x="499682" y="2351056"/>
                    <a:pt x="404527" y="2472404"/>
                  </a:cubicBezTo>
                  <a:cubicBezTo>
                    <a:pt x="266033" y="2648902"/>
                    <a:pt x="179642" y="2732818"/>
                    <a:pt x="0" y="286750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pPr rtl="0"/>
              <a:endParaRPr lang="en-US" noProof="0" dirty="0"/>
            </a:p>
          </p:txBody>
        </p:sp>
        <p:sp>
          <p:nvSpPr>
            <p:cNvPr id="21" name="Freeform: Shape 15">
              <a:extLst>
                <a:ext uri="{FF2B5EF4-FFF2-40B4-BE49-F238E27FC236}">
                  <a16:creationId xmlns:a16="http://schemas.microsoft.com/office/drawing/2014/main" id="{44DEADB1-ECC3-4C91-8A42-4B8440DEA49B}"/>
                </a:ext>
              </a:extLst>
            </p:cNvPr>
            <p:cNvSpPr/>
            <p:nvPr/>
          </p:nvSpPr>
          <p:spPr>
            <a:xfrm>
              <a:off x="10849" y="672286"/>
              <a:ext cx="396930" cy="1690303"/>
            </a:xfrm>
            <a:custGeom>
              <a:avLst/>
              <a:gdLst>
                <a:gd name="connsiteX0" fmla="*/ 16478 w 597294"/>
                <a:gd name="connsiteY0" fmla="*/ 2079 h 2543540"/>
                <a:gd name="connsiteX1" fmla="*/ 299847 w 597294"/>
                <a:gd name="connsiteY1" fmla="*/ 53991 h 2543540"/>
                <a:gd name="connsiteX2" fmla="*/ 503206 w 597294"/>
                <a:gd name="connsiteY2" fmla="*/ 291354 h 2543540"/>
                <a:gd name="connsiteX3" fmla="*/ 525113 w 597294"/>
                <a:gd name="connsiteY3" fmla="*/ 724265 h 2543540"/>
                <a:gd name="connsiteX4" fmla="*/ 578930 w 597294"/>
                <a:gd name="connsiteY4" fmla="*/ 1117267 h 2543540"/>
                <a:gd name="connsiteX5" fmla="*/ 592931 w 597294"/>
                <a:gd name="connsiteY5" fmla="*/ 1476359 h 2543540"/>
                <a:gd name="connsiteX6" fmla="*/ 503206 w 597294"/>
                <a:gd name="connsiteY6" fmla="*/ 1859359 h 2543540"/>
                <a:gd name="connsiteX7" fmla="*/ 291846 w 597294"/>
                <a:gd name="connsiteY7" fmla="*/ 2250361 h 2543540"/>
                <a:gd name="connsiteX8" fmla="*/ 0 w 597294"/>
                <a:gd name="connsiteY8" fmla="*/ 2543540 h 254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7294" h="2543540">
                  <a:moveTo>
                    <a:pt x="16478" y="2079"/>
                  </a:moveTo>
                  <a:cubicBezTo>
                    <a:pt x="101441" y="-6684"/>
                    <a:pt x="224885" y="12557"/>
                    <a:pt x="299847" y="53991"/>
                  </a:cubicBezTo>
                  <a:cubicBezTo>
                    <a:pt x="394240" y="106092"/>
                    <a:pt x="468440" y="189341"/>
                    <a:pt x="503206" y="291354"/>
                  </a:cubicBezTo>
                  <a:cubicBezTo>
                    <a:pt x="550069" y="429085"/>
                    <a:pt x="520827" y="577770"/>
                    <a:pt x="525113" y="724265"/>
                  </a:cubicBezTo>
                  <a:cubicBezTo>
                    <a:pt x="529019" y="856472"/>
                    <a:pt x="561118" y="986012"/>
                    <a:pt x="578930" y="1117267"/>
                  </a:cubicBezTo>
                  <a:cubicBezTo>
                    <a:pt x="595122" y="1236234"/>
                    <a:pt x="602742" y="1356630"/>
                    <a:pt x="592931" y="1476359"/>
                  </a:cubicBezTo>
                  <a:cubicBezTo>
                    <a:pt x="582073" y="1607709"/>
                    <a:pt x="549783" y="1736011"/>
                    <a:pt x="503206" y="1859359"/>
                  </a:cubicBezTo>
                  <a:cubicBezTo>
                    <a:pt x="450628" y="1998710"/>
                    <a:pt x="383857" y="2133298"/>
                    <a:pt x="291846" y="2250361"/>
                  </a:cubicBezTo>
                  <a:cubicBezTo>
                    <a:pt x="231553" y="2327132"/>
                    <a:pt x="73819" y="2479532"/>
                    <a:pt x="0" y="254354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pPr rtl="0"/>
              <a:endParaRPr lang="en-US" noProof="0" dirty="0"/>
            </a:p>
          </p:txBody>
        </p:sp>
        <p:sp>
          <p:nvSpPr>
            <p:cNvPr id="22" name="Freeform: Shape 16">
              <a:extLst>
                <a:ext uri="{FF2B5EF4-FFF2-40B4-BE49-F238E27FC236}">
                  <a16:creationId xmlns:a16="http://schemas.microsoft.com/office/drawing/2014/main" id="{47CC59C4-2B0F-4C73-ABC9-BB2A900B44AB}"/>
                </a:ext>
              </a:extLst>
            </p:cNvPr>
            <p:cNvSpPr/>
            <p:nvPr/>
          </p:nvSpPr>
          <p:spPr>
            <a:xfrm>
              <a:off x="23002" y="881264"/>
              <a:ext cx="258791" cy="1336561"/>
            </a:xfrm>
            <a:custGeom>
              <a:avLst/>
              <a:gdLst>
                <a:gd name="connsiteX0" fmla="*/ 0 w 389425"/>
                <a:gd name="connsiteY0" fmla="*/ 33 h 2011236"/>
                <a:gd name="connsiteX1" fmla="*/ 171260 w 389425"/>
                <a:gd name="connsiteY1" fmla="*/ 60326 h 2011236"/>
                <a:gd name="connsiteX2" fmla="*/ 211455 w 389425"/>
                <a:gd name="connsiteY2" fmla="*/ 221204 h 2011236"/>
                <a:gd name="connsiteX3" fmla="*/ 243078 w 389425"/>
                <a:gd name="connsiteY3" fmla="*/ 448089 h 2011236"/>
                <a:gd name="connsiteX4" fmla="*/ 346424 w 389425"/>
                <a:gd name="connsiteY4" fmla="*/ 789941 h 2011236"/>
                <a:gd name="connsiteX5" fmla="*/ 372237 w 389425"/>
                <a:gd name="connsiteY5" fmla="*/ 942151 h 2011236"/>
                <a:gd name="connsiteX6" fmla="*/ 386620 w 389425"/>
                <a:gd name="connsiteY6" fmla="*/ 1272478 h 2011236"/>
                <a:gd name="connsiteX7" fmla="*/ 280416 w 389425"/>
                <a:gd name="connsiteY7" fmla="*/ 1660241 h 2011236"/>
                <a:gd name="connsiteX8" fmla="*/ 151257 w 389425"/>
                <a:gd name="connsiteY8" fmla="*/ 1844073 h 2011236"/>
                <a:gd name="connsiteX9" fmla="*/ 1905 w 389425"/>
                <a:gd name="connsiteY9" fmla="*/ 2011237 h 2011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9425" h="2011236">
                  <a:moveTo>
                    <a:pt x="0" y="33"/>
                  </a:moveTo>
                  <a:cubicBezTo>
                    <a:pt x="57912" y="-824"/>
                    <a:pt x="136112" y="14892"/>
                    <a:pt x="171260" y="60326"/>
                  </a:cubicBezTo>
                  <a:cubicBezTo>
                    <a:pt x="205645" y="104903"/>
                    <a:pt x="207740" y="164244"/>
                    <a:pt x="211455" y="221204"/>
                  </a:cubicBezTo>
                  <a:cubicBezTo>
                    <a:pt x="216408" y="297594"/>
                    <a:pt x="225838" y="373604"/>
                    <a:pt x="243078" y="448089"/>
                  </a:cubicBezTo>
                  <a:cubicBezTo>
                    <a:pt x="269939" y="564199"/>
                    <a:pt x="319183" y="673927"/>
                    <a:pt x="346424" y="789941"/>
                  </a:cubicBezTo>
                  <a:cubicBezTo>
                    <a:pt x="358235" y="840043"/>
                    <a:pt x="365951" y="891097"/>
                    <a:pt x="372237" y="942151"/>
                  </a:cubicBezTo>
                  <a:cubicBezTo>
                    <a:pt x="385858" y="1051784"/>
                    <a:pt x="394049" y="1162274"/>
                    <a:pt x="386620" y="1272478"/>
                  </a:cubicBezTo>
                  <a:cubicBezTo>
                    <a:pt x="377476" y="1407828"/>
                    <a:pt x="344996" y="1541178"/>
                    <a:pt x="280416" y="1660241"/>
                  </a:cubicBezTo>
                  <a:cubicBezTo>
                    <a:pt x="244602" y="1726249"/>
                    <a:pt x="199358" y="1786352"/>
                    <a:pt x="151257" y="1844073"/>
                  </a:cubicBezTo>
                  <a:cubicBezTo>
                    <a:pt x="79534" y="1930084"/>
                    <a:pt x="89345" y="1941419"/>
                    <a:pt x="1905" y="2011237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pPr rtl="0"/>
              <a:endParaRPr lang="en-US" noProof="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8640" y="685800"/>
            <a:ext cx="5029200" cy="4023360"/>
          </a:xfrm>
        </p:spPr>
        <p:txBody>
          <a:bodyPr anchor="b">
            <a:noAutofit/>
          </a:bodyPr>
          <a:lstStyle>
            <a:lvl1pPr>
              <a:defRPr sz="4400" baseline="0"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F77331-6002-494B-B704-DDA9DEBB64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8640" y="4846320"/>
            <a:ext cx="5029200" cy="1554480"/>
          </a:xfrm>
        </p:spPr>
        <p:txBody>
          <a:bodyPr>
            <a:noAutofit/>
          </a:bodyPr>
          <a:lstStyle>
            <a:lvl1pPr marL="0" indent="0">
              <a:lnSpc>
                <a:spcPct val="140000"/>
              </a:lnSpc>
              <a:buNone/>
              <a:defRPr sz="1800"/>
            </a:lvl1pPr>
            <a:lvl2pPr marL="457200" indent="0">
              <a:lnSpc>
                <a:spcPts val="2200"/>
              </a:lnSpc>
              <a:buNone/>
              <a:defRPr sz="1800"/>
            </a:lvl2pPr>
            <a:lvl3pPr marL="914400" indent="0">
              <a:lnSpc>
                <a:spcPts val="2200"/>
              </a:lnSpc>
              <a:buNone/>
              <a:defRPr sz="1800"/>
            </a:lvl3pPr>
            <a:lvl4pPr marL="1371600" indent="0">
              <a:lnSpc>
                <a:spcPts val="2200"/>
              </a:lnSpc>
              <a:buNone/>
              <a:defRPr sz="1800"/>
            </a:lvl4pPr>
            <a:lvl5pPr marL="1828800" indent="0">
              <a:lnSpc>
                <a:spcPts val="2200"/>
              </a:lnSpc>
              <a:buNone/>
              <a:defRPr sz="1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87019F04-21A7-41F6-B916-F4F94E744D3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2952" y="0"/>
            <a:ext cx="6099048" cy="6858000"/>
          </a:xfrm>
          <a:solidFill>
            <a:schemeClr val="accent5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9592318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98F9AA-2C87-421D-97C1-B4248DFDC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381000"/>
            <a:ext cx="10972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8FC63-C8D2-4CE6-A3F1-EE8ED2459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1825625"/>
            <a:ext cx="10972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77A09-15C2-4E47-948E-AACAFCA47D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C57CF0-034F-450D-937C-718D5AF1A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07980" y="6356350"/>
            <a:ext cx="8458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8353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5" r:id="rId3"/>
    <p:sldLayoutId id="2147483674" r:id="rId4"/>
    <p:sldLayoutId id="2147483676" r:id="rId5"/>
    <p:sldLayoutId id="2147483681" r:id="rId6"/>
    <p:sldLayoutId id="2147483677" r:id="rId7"/>
    <p:sldLayoutId id="2147483683" r:id="rId8"/>
    <p:sldLayoutId id="2147483678" r:id="rId9"/>
    <p:sldLayoutId id="2147483679" r:id="rId10"/>
    <p:sldLayoutId id="2147483680" r:id="rId11"/>
    <p:sldLayoutId id="2147483652" r:id="rId12"/>
    <p:sldLayoutId id="2147483661" r:id="rId13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kern="1200" cap="all" spc="3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528" userDrawn="1">
          <p15:clr>
            <a:srgbClr val="547EBF"/>
          </p15:clr>
        </p15:guide>
        <p15:guide id="4" orient="horz" pos="240" userDrawn="1">
          <p15:clr>
            <a:srgbClr val="547EBF"/>
          </p15:clr>
        </p15:guide>
        <p15:guide id="5" pos="7152" userDrawn="1">
          <p15:clr>
            <a:srgbClr val="547EBF"/>
          </p15:clr>
        </p15:guide>
        <p15:guide id="6" orient="horz" pos="4080" userDrawn="1">
          <p15:clr>
            <a:srgbClr val="547EBF"/>
          </p15:clr>
        </p15:guide>
        <p15:guide id="10" pos="1920" userDrawn="1">
          <p15:clr>
            <a:srgbClr val="547EBF"/>
          </p15:clr>
        </p15:guide>
        <p15:guide id="12" pos="5736" userDrawn="1">
          <p15:clr>
            <a:srgbClr val="547EBF"/>
          </p15:clr>
        </p15:guide>
        <p15:guide id="15" pos="5112" userDrawn="1">
          <p15:clr>
            <a:srgbClr val="9FCC3B"/>
          </p15:clr>
        </p15:guide>
        <p15:guide id="16" pos="2544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ndsf.whoi.edu/data/data-deliverables-summary-for-rov-jason/" TargetMode="External"/><Relationship Id="rId3" Type="http://schemas.openxmlformats.org/officeDocument/2006/relationships/hyperlink" Target="https://www.irena.org/" TargetMode="External"/><Relationship Id="rId7" Type="http://schemas.openxmlformats.org/officeDocument/2006/relationships/hyperlink" Target="https://www.asme.org/topics-resources/content/advances-in-underwater-robots" TargetMode="External"/><Relationship Id="rId2" Type="http://schemas.openxmlformats.org/officeDocument/2006/relationships/hyperlink" Target="https://seatrec.com/technology/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asme.org/topics-resources/content/the-design-challenges-of-deep-ocean-engineering" TargetMode="External"/><Relationship Id="rId5" Type="http://schemas.openxmlformats.org/officeDocument/2006/relationships/hyperlink" Target="https://www.media.mit.edu/publications/towards-battery-free-machine-learning-and-inference-in-underwater-environments/" TargetMode="External"/><Relationship Id="rId4" Type="http://schemas.openxmlformats.org/officeDocument/2006/relationships/hyperlink" Target="https://www.northropgrumman.com/what-we-do/sea/mission-unlimited-inventing-autonomous-recharging-of-unmanned-underwater-vehicles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DF3D98-3C30-4CFC-8643-C81E829C8C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9412" y="4498975"/>
            <a:ext cx="11430000" cy="1371600"/>
          </a:xfrm>
        </p:spPr>
        <p:txBody>
          <a:bodyPr anchor="b" anchorCtr="0">
            <a:normAutofit/>
          </a:bodyPr>
          <a:lstStyle/>
          <a:p>
            <a:r>
              <a:rPr lang="en-US" dirty="0"/>
              <a:t>Deep SEA: Autonomous Vehicles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68D447-28D3-4F5F-B2DC-FD67E90158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23967" y="6037270"/>
            <a:ext cx="6035040" cy="457200"/>
          </a:xfrm>
        </p:spPr>
        <p:txBody>
          <a:bodyPr anchor="ctr">
            <a:noAutofit/>
          </a:bodyPr>
          <a:lstStyle/>
          <a:p>
            <a:r>
              <a:rPr lang="en-US" sz="2800" dirty="0" err="1"/>
              <a:t>Droidsharks</a:t>
            </a:r>
            <a:endParaRPr lang="en-US" sz="2800" dirty="0"/>
          </a:p>
        </p:txBody>
      </p:sp>
      <p:pic>
        <p:nvPicPr>
          <p:cNvPr id="26" name="Picture Placeholder 25" descr="Closeup of an orange sea anemone">
            <a:extLst>
              <a:ext uri="{FF2B5EF4-FFF2-40B4-BE49-F238E27FC236}">
                <a16:creationId xmlns:a16="http://schemas.microsoft.com/office/drawing/2014/main" id="{A2BF176F-5FF4-4E1E-83AA-20C41123AB0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22317" b="22317"/>
          <a:stretch/>
        </p:blipFill>
        <p:spPr>
          <a:xfrm>
            <a:off x="0" y="0"/>
            <a:ext cx="12188825" cy="4498975"/>
          </a:xfrm>
        </p:spPr>
      </p:pic>
    </p:spTree>
    <p:extLst>
      <p:ext uri="{BB962C8B-B14F-4D97-AF65-F5344CB8AC3E}">
        <p14:creationId xmlns:p14="http://schemas.microsoft.com/office/powerpoint/2010/main" val="13860655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DF434-28DB-4621-A497-D62C41CE0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14400"/>
            <a:ext cx="3108960" cy="2194560"/>
          </a:xfrm>
        </p:spPr>
        <p:txBody>
          <a:bodyPr anchor="t" anchorCtr="0"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88C46-D0BC-4307-AE55-7601A139E7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8640" y="3313355"/>
            <a:ext cx="3108960" cy="3133165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Focus area</a:t>
            </a:r>
          </a:p>
          <a:p>
            <a:r>
              <a:rPr lang="en-US" dirty="0"/>
              <a:t>Challenges</a:t>
            </a:r>
          </a:p>
          <a:p>
            <a:r>
              <a:rPr lang="en-US" dirty="0"/>
              <a:t>Status Quo</a:t>
            </a:r>
          </a:p>
          <a:p>
            <a:r>
              <a:rPr lang="en-US" dirty="0"/>
              <a:t>Innovation</a:t>
            </a:r>
          </a:p>
          <a:p>
            <a:r>
              <a:rPr lang="en-US" dirty="0"/>
              <a:t>Future initiatives</a:t>
            </a:r>
          </a:p>
        </p:txBody>
      </p:sp>
      <p:pic>
        <p:nvPicPr>
          <p:cNvPr id="13" name="Picture Placeholder 12" descr="Photo of bright orange coral in  blue water&#10;&#10;">
            <a:extLst>
              <a:ext uri="{FF2B5EF4-FFF2-40B4-BE49-F238E27FC236}">
                <a16:creationId xmlns:a16="http://schemas.microsoft.com/office/drawing/2014/main" id="{B88CBF65-B7EA-4137-8EB9-45AAB1611496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" b="122"/>
          <a:stretch/>
        </p:blipFill>
        <p:spPr>
          <a:xfrm>
            <a:off x="4035552" y="0"/>
            <a:ext cx="8156448" cy="6858000"/>
          </a:xfrm>
        </p:spPr>
      </p:pic>
    </p:spTree>
    <p:extLst>
      <p:ext uri="{BB962C8B-B14F-4D97-AF65-F5344CB8AC3E}">
        <p14:creationId xmlns:p14="http://schemas.microsoft.com/office/powerpoint/2010/main" val="24473386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63CB3-2956-E8D2-C23D-A3BAA7295D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098" y="363530"/>
            <a:ext cx="11931804" cy="1371600"/>
          </a:xfrm>
          <a:noFill/>
        </p:spPr>
        <p:txBody>
          <a:bodyPr>
            <a:noAutofit/>
          </a:bodyPr>
          <a:lstStyle/>
          <a:p>
            <a:pPr algn="l"/>
            <a:r>
              <a:rPr lang="en-US" sz="3600" dirty="0"/>
              <a:t>FOCUS AREA: Autonomous Deep-Sea Exploration</a:t>
            </a:r>
            <a:endParaRPr lang="en-US" sz="4400" dirty="0"/>
          </a:p>
        </p:txBody>
      </p:sp>
      <p:pic>
        <p:nvPicPr>
          <p:cNvPr id="5" name="Picture Placeholder 25" descr="Red and green zoanthids on a coral reef">
            <a:extLst>
              <a:ext uri="{FF2B5EF4-FFF2-40B4-BE49-F238E27FC236}">
                <a16:creationId xmlns:a16="http://schemas.microsoft.com/office/drawing/2014/main" id="{5D4F6593-21F6-B8A0-0FA8-31ECFEDE70E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2325" b="22325"/>
          <a:stretch/>
        </p:blipFill>
        <p:spPr>
          <a:xfrm>
            <a:off x="0" y="2359152"/>
            <a:ext cx="12192000" cy="449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1953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6877D-1165-E7EB-3630-106205576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AUV: Autonomous Underwater vehicles</a:t>
            </a:r>
          </a:p>
        </p:txBody>
      </p:sp>
      <p:pic>
        <p:nvPicPr>
          <p:cNvPr id="6" name="Content Placeholder 5" descr="A close-up of a submarine&#10;&#10;Description automatically generated">
            <a:extLst>
              <a:ext uri="{FF2B5EF4-FFF2-40B4-BE49-F238E27FC236}">
                <a16:creationId xmlns:a16="http://schemas.microsoft.com/office/drawing/2014/main" id="{ED9026AA-1A7A-94A5-6509-996AC7E4793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258818" y="2129476"/>
            <a:ext cx="3839845" cy="3410712"/>
          </a:xfrm>
        </p:spPr>
      </p:pic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59762389-E370-149B-2DCF-B38D9EFF2C1D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/>
        <p:txBody>
          <a:bodyPr>
            <a:normAutofit/>
          </a:bodyPr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400" dirty="0"/>
              <a:t>Vehicles that perform underwater tasks </a:t>
            </a:r>
            <a:r>
              <a:rPr lang="en-US" sz="2400" b="1" i="1" dirty="0"/>
              <a:t>without</a:t>
            </a:r>
            <a:r>
              <a:rPr lang="en-US" sz="2400" dirty="0"/>
              <a:t> a tether or line to a surface ship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400" dirty="0"/>
              <a:t>Carry instruments and sensors to monitor or inspect or perform activities (sample collection, cleaning </a:t>
            </a:r>
            <a:r>
              <a:rPr lang="en-US" sz="2400" dirty="0" err="1"/>
              <a:t>etc</a:t>
            </a:r>
            <a:r>
              <a:rPr lang="en-US" sz="2400" dirty="0"/>
              <a:t>) in underwater environments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400" dirty="0"/>
              <a:t>Example: Orpheus, i2MAP (MBARI), see notes.</a:t>
            </a:r>
          </a:p>
          <a:p>
            <a:pPr marL="457200" indent="-457200">
              <a:buFont typeface="Wingdings" pitchFamily="2" charset="2"/>
              <a:buChar char="Ø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0599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5F5E3-2B1C-7C0A-8581-67A9052D13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26474"/>
            <a:ext cx="11241578" cy="928254"/>
          </a:xfrm>
          <a:noFill/>
        </p:spPr>
        <p:txBody>
          <a:bodyPr anchor="t" anchorCtr="0">
            <a:noAutofit/>
          </a:bodyPr>
          <a:lstStyle/>
          <a:p>
            <a:br>
              <a:rPr lang="en-US" dirty="0"/>
            </a:br>
            <a:r>
              <a:rPr lang="en-US" dirty="0"/>
              <a:t>Challenges: for Autonomous Deep- Sea exploration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33159-D030-2F82-A142-F759407283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1782" y="1454728"/>
            <a:ext cx="11036808" cy="4754880"/>
          </a:xfrm>
          <a:noFill/>
        </p:spPr>
        <p:txBody>
          <a:bodyPr anchor="t" anchorCtr="0">
            <a:normAutofit fontScale="700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endParaRPr lang="en-US" dirty="0">
              <a:effectLst/>
              <a:latin typeface="Menlo" panose="020B0609030804020204" pitchFamily="49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 Neue" panose="02000503000000020004" pitchFamily="2" charset="0"/>
              </a:rPr>
              <a:t>Power: Power supplies can be unreliable, insufficient, or expensive (refer MBARI)</a:t>
            </a:r>
          </a:p>
          <a:p>
            <a:pPr lvl="1"/>
            <a:r>
              <a:rPr lang="en-US" dirty="0">
                <a:effectLst/>
                <a:latin typeface="Helvetica Neue" panose="02000503000000020004" pitchFamily="2" charset="0"/>
                <a:hlinkClick r:id="rId2"/>
              </a:rPr>
              <a:t>https://seatrec.com/technology/</a:t>
            </a:r>
            <a:endParaRPr lang="en-US" dirty="0">
              <a:effectLst/>
              <a:latin typeface="Helvetica Neue" panose="02000503000000020004" pitchFamily="2" charset="0"/>
            </a:endParaRPr>
          </a:p>
          <a:p>
            <a:pPr lvl="1"/>
            <a:r>
              <a:rPr lang="en-US" dirty="0">
                <a:effectLst/>
                <a:latin typeface="Helvetica Neue" panose="02000503000000020004" pitchFamily="2" charset="0"/>
                <a:hlinkClick r:id="rId3"/>
              </a:rPr>
              <a:t>https://www.irena.org</a:t>
            </a:r>
            <a:endParaRPr lang="en-US" dirty="0">
              <a:effectLst/>
              <a:latin typeface="Helvetica Neue" panose="02000503000000020004" pitchFamily="2" charset="0"/>
            </a:endParaRPr>
          </a:p>
          <a:p>
            <a:pPr lvl="1"/>
            <a:r>
              <a:rPr lang="en-US" dirty="0">
                <a:effectLst/>
                <a:latin typeface="Helvetica Neue" panose="02000503000000020004" pitchFamily="2" charset="0"/>
              </a:rPr>
              <a:t>https://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theliquidgrid.com</a:t>
            </a:r>
            <a:r>
              <a:rPr lang="en-US" dirty="0">
                <a:effectLst/>
                <a:latin typeface="Helvetica Neue" panose="02000503000000020004" pitchFamily="2" charset="0"/>
              </a:rPr>
              <a:t>/powering-deep-sea-situ-generation/</a:t>
            </a:r>
          </a:p>
          <a:p>
            <a:pPr lvl="1"/>
            <a:endParaRPr lang="en-US" dirty="0">
              <a:effectLst/>
              <a:latin typeface="Helvetica Neue" panose="02000503000000020004" pitchFamily="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 Neue" panose="02000503000000020004" pitchFamily="2" charset="0"/>
              </a:rPr>
              <a:t>Communication: Data transmission in aquatic environments can be technically challenging (reference: data bubbles project by NG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corp</a:t>
            </a:r>
            <a:r>
              <a:rPr lang="en-US" dirty="0">
                <a:effectLst/>
                <a:latin typeface="Helvetica Neue" panose="02000503000000020004" pitchFamily="2" charset="0"/>
              </a:rPr>
              <a:t>)</a:t>
            </a:r>
          </a:p>
          <a:p>
            <a:pPr lvl="1"/>
            <a:r>
              <a:rPr lang="en-US" dirty="0">
                <a:effectLst/>
                <a:latin typeface="Helvetica Neue" panose="02000503000000020004" pitchFamily="2" charset="0"/>
                <a:hlinkClick r:id="rId4"/>
              </a:rPr>
              <a:t>https://www.northropgrumman.com/what-we-do/sea/mission-unlimited-inventing-autonomous-recharging-of-unmanned-underwater-vehicles</a:t>
            </a:r>
            <a:endParaRPr lang="en-US" dirty="0">
              <a:effectLst/>
              <a:latin typeface="Helvetica Neue" panose="02000503000000020004" pitchFamily="2" charset="0"/>
            </a:endParaRPr>
          </a:p>
          <a:p>
            <a:pPr lvl="1"/>
            <a:r>
              <a:rPr lang="en-US" dirty="0">
                <a:effectLst/>
                <a:latin typeface="Helvetica Neue" panose="02000503000000020004" pitchFamily="2" charset="0"/>
                <a:hlinkClick r:id="rId5"/>
              </a:rPr>
              <a:t>https://www.media.mit.edu/publications/towards-battery-free-machine-learning-and-inference-in-underwater-environments/</a:t>
            </a:r>
            <a:endParaRPr lang="en-US" dirty="0">
              <a:latin typeface="Helvetica Neue" panose="02000503000000020004" pitchFamily="2" charset="0"/>
            </a:endParaRPr>
          </a:p>
          <a:p>
            <a:pPr lvl="1"/>
            <a:r>
              <a:rPr lang="en-US" dirty="0">
                <a:effectLst/>
                <a:latin typeface="Helvetica Neue" panose="02000503000000020004" pitchFamily="2" charset="0"/>
              </a:rPr>
              <a:t>https://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www.media.mit.edu</a:t>
            </a:r>
            <a:r>
              <a:rPr lang="en-US" dirty="0">
                <a:effectLst/>
                <a:latin typeface="Helvetica Neue" panose="02000503000000020004" pitchFamily="2" charset="0"/>
              </a:rPr>
              <a:t>/publications/enabling-long-range-underwater-backscatter-via-van-atta-acoustic-networks/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 Neue" panose="02000503000000020004" pitchFamily="2" charset="0"/>
              </a:rPr>
              <a:t>Soft robots: Self-healable materials for soft robots face challenges from the harsh conditions of the deep sea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 Neue" panose="02000503000000020004" pitchFamily="2" charset="0"/>
              </a:rPr>
              <a:t>Maintenance: Subsea machinery needs to work reliably for thousands of hours without maintenance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Helvetica Neue" panose="02000503000000020004" pitchFamily="2" charset="0"/>
              </a:rPr>
              <a:t>Sensors: What are the sensors we want to mount on the AUV ? (Sonar, PH concentration, Thermal variation detection, can we predict volcanoes, earthquakes and Tsunamis better ?)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>
              <a:effectLst/>
              <a:latin typeface="Helvetica Neue" panose="02000503000000020004" pitchFamily="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Helvetica Neue" panose="02000503000000020004" pitchFamily="2" charset="0"/>
              </a:rPr>
              <a:t>Ref:</a:t>
            </a:r>
          </a:p>
          <a:p>
            <a:pPr lvl="1"/>
            <a:r>
              <a:rPr lang="en-US" dirty="0">
                <a:effectLst/>
                <a:latin typeface="Helvetica Neue" panose="02000503000000020004" pitchFamily="2" charset="0"/>
                <a:hlinkClick r:id="rId6"/>
              </a:rPr>
              <a:t>https://www.asme.org/topics-resources/content/the-design-challenges-of-deep-ocean-engineering</a:t>
            </a:r>
            <a:endParaRPr lang="en-US" dirty="0">
              <a:effectLst/>
              <a:latin typeface="Helvetica Neue" panose="02000503000000020004" pitchFamily="2" charset="0"/>
            </a:endParaRPr>
          </a:p>
          <a:p>
            <a:pPr lvl="1"/>
            <a:r>
              <a:rPr lang="en-US" dirty="0">
                <a:effectLst/>
                <a:latin typeface="Helvetica Neue" panose="02000503000000020004" pitchFamily="2" charset="0"/>
                <a:hlinkClick r:id="rId7"/>
              </a:rPr>
              <a:t>https://www.asme.org/topics-resources/content/advances-in-underwater-robots</a:t>
            </a:r>
            <a:endParaRPr lang="en-US" dirty="0">
              <a:effectLst/>
              <a:latin typeface="Helvetica Neue" panose="02000503000000020004" pitchFamily="2" charset="0"/>
            </a:endParaRPr>
          </a:p>
          <a:p>
            <a:pPr lvl="1"/>
            <a:r>
              <a:rPr lang="en-US" dirty="0">
                <a:latin typeface="Helvetica Neue" panose="02000503000000020004" pitchFamily="2" charset="0"/>
              </a:rPr>
              <a:t>ROV JASON: </a:t>
            </a:r>
            <a:r>
              <a:rPr lang="en-US" dirty="0">
                <a:latin typeface="Helvetica Neue" panose="02000503000000020004" pitchFamily="2" charset="0"/>
                <a:hlinkClick r:id="rId8"/>
              </a:rPr>
              <a:t>https://ndsf.whoi.edu/data/data-deliverables-summary-for-rov-jason/</a:t>
            </a:r>
            <a:endParaRPr lang="en-US" dirty="0">
              <a:latin typeface="Helvetica Neue" panose="02000503000000020004" pitchFamily="2" charset="0"/>
            </a:endParaRPr>
          </a:p>
          <a:p>
            <a:pPr marL="457200" lvl="1" indent="0">
              <a:buNone/>
            </a:pPr>
            <a:endParaRPr lang="en-US" dirty="0">
              <a:effectLst/>
              <a:latin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66746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4AEE9-C79F-AEB3-868C-D5341412A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14400"/>
            <a:ext cx="3108960" cy="2194560"/>
          </a:xfrm>
        </p:spPr>
        <p:txBody>
          <a:bodyPr anchor="t">
            <a:normAutofit/>
          </a:bodyPr>
          <a:lstStyle/>
          <a:p>
            <a:r>
              <a:rPr lang="en-US" dirty="0"/>
              <a:t>Deep Sea levels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EA4B91D-A087-2153-6858-675AAD5A7A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8640" y="3429000"/>
            <a:ext cx="3108960" cy="3017520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6" name="Picture 5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CC48BAAF-174D-906A-9DC9-A662AE40B1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4776" y="0"/>
            <a:ext cx="6858000" cy="68580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5966577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75120" y="576072"/>
            <a:ext cx="4937760" cy="4023360"/>
          </a:xfrm>
          <a:noFill/>
        </p:spPr>
        <p:txBody>
          <a:bodyPr>
            <a:noAutofit/>
          </a:bodyPr>
          <a:lstStyle/>
          <a:p>
            <a:r>
              <a:rPr lang="en-US" dirty="0"/>
              <a:t>Current Status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446868-83F0-CEEF-5E60-6D55C93B52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75120" y="4846320"/>
            <a:ext cx="4937760" cy="1554480"/>
          </a:xfrm>
          <a:noFill/>
        </p:spPr>
        <p:txBody>
          <a:bodyPr>
            <a:noAutofit/>
          </a:bodyPr>
          <a:lstStyle/>
          <a:p>
            <a:endParaRPr lang="en-US" dirty="0"/>
          </a:p>
        </p:txBody>
      </p:sp>
      <p:pic>
        <p:nvPicPr>
          <p:cNvPr id="7" name="Picture Placeholder 6" descr="Two clown fish in anemone">
            <a:extLst>
              <a:ext uri="{FF2B5EF4-FFF2-40B4-BE49-F238E27FC236}">
                <a16:creationId xmlns:a16="http://schemas.microsoft.com/office/drawing/2014/main" id="{4016C178-C8C3-4E86-653E-AF109639A95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l="20378" r="20378"/>
          <a:stretch/>
        </p:blipFill>
        <p:spPr>
          <a:xfrm>
            <a:off x="0" y="0"/>
            <a:ext cx="6099048" cy="6858000"/>
          </a:xfrm>
          <a:solidFill>
            <a:schemeClr val="bg1">
              <a:lumMod val="95000"/>
            </a:schemeClr>
          </a:solidFill>
        </p:spPr>
      </p:pic>
    </p:spTree>
    <p:extLst>
      <p:ext uri="{BB962C8B-B14F-4D97-AF65-F5344CB8AC3E}">
        <p14:creationId xmlns:p14="http://schemas.microsoft.com/office/powerpoint/2010/main" val="10080375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C27C8-165C-5513-DB4B-9D840097C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75120" y="914400"/>
            <a:ext cx="5029200" cy="2194560"/>
          </a:xfrm>
          <a:noFill/>
        </p:spPr>
        <p:txBody>
          <a:bodyPr anchor="t" anchorCtr="0">
            <a:noAutofit/>
          </a:bodyPr>
          <a:lstStyle/>
          <a:p>
            <a:endParaRPr lang="en-US" dirty="0"/>
          </a:p>
        </p:txBody>
      </p:sp>
      <p:pic>
        <p:nvPicPr>
          <p:cNvPr id="21" name="Picture Placeholder 20" descr="Photo of a jellyfish with pink insides">
            <a:extLst>
              <a:ext uri="{FF2B5EF4-FFF2-40B4-BE49-F238E27FC236}">
                <a16:creationId xmlns:a16="http://schemas.microsoft.com/office/drawing/2014/main" id="{3CF4C037-5E16-168A-7D9E-D9C3AF2AE6C6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t="26" b="26"/>
          <a:stretch/>
        </p:blipFill>
        <p:spPr>
          <a:xfrm>
            <a:off x="0" y="0"/>
            <a:ext cx="6099048" cy="6858000"/>
          </a:xfr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E640F-7F5A-BDB7-205D-765FA80B67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675120" y="3429000"/>
            <a:ext cx="5029200" cy="2697480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96091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AC361-0D7A-DC05-86B5-6DD77D322F5B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 anchor="t" anchorCtr="0">
            <a:noAutofit/>
          </a:bodyPr>
          <a:lstStyle/>
          <a:p>
            <a:endParaRPr lang="en-US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98EFF-197D-3136-70B9-7BBD30A489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noFill/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spcBef>
                <a:spcPts val="1600"/>
              </a:spcBef>
              <a:buNone/>
            </a:pPr>
            <a:endParaRPr lang="en-US" sz="18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7126AE-AE4A-97A5-21F5-E5ACF7E060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noFill/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spcBef>
                <a:spcPts val="1600"/>
              </a:spcBef>
              <a:buNone/>
            </a:pPr>
            <a:endParaRPr lang="en-US" sz="1800" dirty="0"/>
          </a:p>
        </p:txBody>
      </p:sp>
      <p:pic>
        <p:nvPicPr>
          <p:cNvPr id="12" name="Picture Placeholder 11" descr="Photo of a school of fish">
            <a:extLst>
              <a:ext uri="{FF2B5EF4-FFF2-40B4-BE49-F238E27FC236}">
                <a16:creationId xmlns:a16="http://schemas.microsoft.com/office/drawing/2014/main" id="{256C8268-0C49-5DF1-EB25-08CD3ED54D26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l="41" r="41"/>
          <a:stretch>
            <a:fillRect/>
          </a:stretch>
        </p:blipFill>
        <p:spPr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08021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0034E89-1952-5288-08A0-70A4A73BE3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4048" y="4754880"/>
            <a:ext cx="11430000" cy="1371600"/>
          </a:xfrm>
          <a:noFill/>
        </p:spPr>
        <p:txBody>
          <a:bodyPr>
            <a:noAutofit/>
          </a:bodyPr>
          <a:lstStyle/>
          <a:p>
            <a:r>
              <a:rPr lang="en-US" dirty="0"/>
              <a:t>Innovative solutions</a:t>
            </a:r>
          </a:p>
        </p:txBody>
      </p:sp>
      <p:pic>
        <p:nvPicPr>
          <p:cNvPr id="5" name="Picture Placeholder 4" descr="Photo of bright red coral in  blue water&#10;&#10;">
            <a:extLst>
              <a:ext uri="{FF2B5EF4-FFF2-40B4-BE49-F238E27FC236}">
                <a16:creationId xmlns:a16="http://schemas.microsoft.com/office/drawing/2014/main" id="{9B92EC4C-4B21-E1CB-0A0F-E73CE233B7BA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t="22339" b="22339"/>
          <a:stretch/>
        </p:blipFill>
        <p:spPr>
          <a:xfrm>
            <a:off x="0" y="0"/>
            <a:ext cx="12188952" cy="4498848"/>
          </a:xfrm>
          <a:solidFill>
            <a:schemeClr val="bg1">
              <a:lumMod val="95000"/>
            </a:schemeClr>
          </a:solidFill>
        </p:spPr>
      </p:pic>
    </p:spTree>
    <p:extLst>
      <p:ext uri="{BB962C8B-B14F-4D97-AF65-F5344CB8AC3E}">
        <p14:creationId xmlns:p14="http://schemas.microsoft.com/office/powerpoint/2010/main" val="30580855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30A76-B788-B363-104E-266B7C7F7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14400"/>
            <a:ext cx="10972800" cy="914400"/>
          </a:xfrm>
          <a:noFill/>
        </p:spPr>
        <p:txBody>
          <a:bodyPr anchor="t" anchorCtr="0">
            <a:noAutofit/>
          </a:bodyPr>
          <a:lstStyle/>
          <a:p>
            <a:r>
              <a:rPr lang="en-US" dirty="0"/>
              <a:t>Future initiatives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E67564-0457-E486-97D0-8109D2C97B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0560" y="1828800"/>
            <a:ext cx="5212080" cy="3840480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Green supply chain</a:t>
            </a:r>
          </a:p>
          <a:p>
            <a:r>
              <a:rPr lang="en-US" dirty="0"/>
              <a:t>Reduced carbon footprint</a:t>
            </a:r>
          </a:p>
          <a:p>
            <a:r>
              <a:rPr lang="en-US" dirty="0"/>
              <a:t>Waste reduction</a:t>
            </a:r>
          </a:p>
        </p:txBody>
      </p:sp>
    </p:spTree>
    <p:extLst>
      <p:ext uri="{BB962C8B-B14F-4D97-AF65-F5344CB8AC3E}">
        <p14:creationId xmlns:p14="http://schemas.microsoft.com/office/powerpoint/2010/main" val="6437779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AE308-3076-43DB-B834-DA0B0AE19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685800"/>
            <a:ext cx="5029200" cy="4023360"/>
          </a:xfrm>
        </p:spPr>
        <p:txBody>
          <a:bodyPr anchor="b">
            <a:normAutofit/>
          </a:bodyPr>
          <a:lstStyle/>
          <a:p>
            <a:r>
              <a:rPr lang="en-US" dirty="0"/>
              <a:t>THANK YOU</a:t>
            </a:r>
          </a:p>
        </p:txBody>
      </p:sp>
      <p:pic>
        <p:nvPicPr>
          <p:cNvPr id="16" name="Picture Placeholder 15" descr="Photo of jellyfish&#10;">
            <a:extLst>
              <a:ext uri="{FF2B5EF4-FFF2-40B4-BE49-F238E27FC236}">
                <a16:creationId xmlns:a16="http://schemas.microsoft.com/office/drawing/2014/main" id="{25EA4ABC-3336-4483-8A9F-6A60796E1E68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" r="13"/>
          <a:stretch/>
        </p:blipFill>
        <p:spPr>
          <a:xfrm>
            <a:off x="6092952" y="0"/>
            <a:ext cx="6099048" cy="6858000"/>
          </a:xfrm>
        </p:spPr>
      </p:pic>
    </p:spTree>
    <p:extLst>
      <p:ext uri="{BB962C8B-B14F-4D97-AF65-F5344CB8AC3E}">
        <p14:creationId xmlns:p14="http://schemas.microsoft.com/office/powerpoint/2010/main" val="3649841902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81">
      <a:dk1>
        <a:sysClr val="windowText" lastClr="000000"/>
      </a:dk1>
      <a:lt1>
        <a:sysClr val="window" lastClr="FFFFFF"/>
      </a:lt1>
      <a:dk2>
        <a:srgbClr val="025373"/>
      </a:dk2>
      <a:lt2>
        <a:srgbClr val="E7E6E6"/>
      </a:lt2>
      <a:accent1>
        <a:srgbClr val="2A828C"/>
      </a:accent1>
      <a:accent2>
        <a:srgbClr val="41A6A6"/>
      </a:accent2>
      <a:accent3>
        <a:srgbClr val="D99B77"/>
      </a:accent3>
      <a:accent4>
        <a:srgbClr val="D9B6A3"/>
      </a:accent4>
      <a:accent5>
        <a:srgbClr val="F2A74B"/>
      </a:accent5>
      <a:accent6>
        <a:srgbClr val="4D748C"/>
      </a:accent6>
      <a:hlink>
        <a:srgbClr val="0563C1"/>
      </a:hlink>
      <a:folHlink>
        <a:srgbClr val="954F72"/>
      </a:folHlink>
    </a:clrScheme>
    <a:fontScheme name="Custom 115">
      <a:majorFont>
        <a:latin typeface="Century Gothic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cean presentation_win_V1_EF_v3" id="{D63A48B2-CB12-46EA-8658-6FD48838EE12}" vid="{49FE4105-9945-42C0-9DA5-6611A93606B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  <Background xmlns="71af3243-3dd4-4a8d-8c0d-dd76da1f02a5">false</Background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C8E45D4-EF91-4FDE-9009-9846553E36A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A99D69E0-C497-4251-BDFF-3D273C778D3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49D2655-BB4A-43AF-8486-7195F30CFFA6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Custom</Template>
  <TotalTime>6321</TotalTime>
  <Words>351</Words>
  <Application>Microsoft Macintosh PowerPoint</Application>
  <PresentationFormat>Widescreen</PresentationFormat>
  <Paragraphs>52</Paragraphs>
  <Slides>12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1" baseType="lpstr">
      <vt:lpstr>Arial</vt:lpstr>
      <vt:lpstr>Avenir Next LT Pro Light</vt:lpstr>
      <vt:lpstr>AvenirNext LT Pro Medium</vt:lpstr>
      <vt:lpstr>Calibri</vt:lpstr>
      <vt:lpstr>Century Gothic</vt:lpstr>
      <vt:lpstr>Helvetica Neue</vt:lpstr>
      <vt:lpstr>Menlo</vt:lpstr>
      <vt:lpstr>Wingdings</vt:lpstr>
      <vt:lpstr>Custom</vt:lpstr>
      <vt:lpstr>Deep SEA: Autonomous Vehicles</vt:lpstr>
      <vt:lpstr>Agenda</vt:lpstr>
      <vt:lpstr>FOCUS AREA: Autonomous Deep-Sea Exploration</vt:lpstr>
      <vt:lpstr>AUV: Autonomous Underwater vehicles</vt:lpstr>
      <vt:lpstr> Challenges: for Autonomous Deep- Sea exploration </vt:lpstr>
      <vt:lpstr>Deep Sea levels</vt:lpstr>
      <vt:lpstr>Current Status</vt:lpstr>
      <vt:lpstr>PowerPoint Presentation</vt:lpstr>
      <vt:lpstr>PowerPoint Presentation</vt:lpstr>
      <vt:lpstr>Innovative solutions</vt:lpstr>
      <vt:lpstr>Future initiatives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Sea exploration</dc:title>
  <dc:creator>Narasimha Nayak</dc:creator>
  <cp:lastModifiedBy>Narasimha Nayak</cp:lastModifiedBy>
  <cp:revision>7</cp:revision>
  <dcterms:created xsi:type="dcterms:W3CDTF">2024-10-10T15:58:03Z</dcterms:created>
  <dcterms:modified xsi:type="dcterms:W3CDTF">2024-10-15T01:19:38Z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