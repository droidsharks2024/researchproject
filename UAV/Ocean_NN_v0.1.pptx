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3"/>
  </p:notesMasterIdLst>
  <p:handoutMasterIdLst>
    <p:handoutMasterId r:id="rId14"/>
  </p:handoutMasterIdLst>
  <p:sldIdLst>
    <p:sldId id="277" r:id="rId5"/>
    <p:sldId id="316" r:id="rId6"/>
    <p:sldId id="261" r:id="rId7"/>
    <p:sldId id="311" r:id="rId8"/>
    <p:sldId id="313" r:id="rId9"/>
    <p:sldId id="312" r:id="rId10"/>
    <p:sldId id="314" r:id="rId11"/>
    <p:sldId id="31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1224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1536" userDrawn="1">
          <p15:clr>
            <a:srgbClr val="A4A3A4"/>
          </p15:clr>
        </p15:guide>
        <p15:guide id="4" pos="64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19C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0E3FDE45-AF77-4B5C-9715-49D594BDF05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477" autoAdjust="0"/>
    <p:restoredTop sz="86080" autoAdjust="0"/>
  </p:normalViewPr>
  <p:slideViewPr>
    <p:cSldViewPr snapToGrid="0">
      <p:cViewPr varScale="1">
        <p:scale>
          <a:sx n="133" d="100"/>
          <a:sy n="133" d="100"/>
        </p:scale>
        <p:origin x="224" y="240"/>
      </p:cViewPr>
      <p:guideLst>
        <p:guide pos="1224"/>
        <p:guide pos="3840"/>
        <p:guide orient="horz" pos="1536"/>
        <p:guide pos="6456"/>
      </p:guideLst>
    </p:cSldViewPr>
  </p:slideViewPr>
  <p:notesTextViewPr>
    <p:cViewPr>
      <p:scale>
        <a:sx n="60" d="100"/>
        <a:sy n="6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48" d="100"/>
          <a:sy n="48" d="100"/>
        </p:scale>
        <p:origin x="2691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0E06DA1-7254-4F83-B1E4-BF5F76CF72C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78C967-1BD9-490C-B0D9-862040818F8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A1B13C-E24E-4D8B-B1C2-CE80D9872803}" type="datetimeFigureOut">
              <a:rPr lang="en-US" smtClean="0"/>
              <a:t>10/16/24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EFE8E8-087F-468F-A82E-B9C86AEB6FD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B55752-D1FE-4251-80C6-AF69BCEDDC5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441243-E346-4AF8-A8BE-A00B651C507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992781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C32031-6297-4D45-B38B-29B38A09B924}" type="datetimeFigureOut">
              <a:rPr lang="en-US" smtClean="0"/>
              <a:t>10/16/24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59A8F8-ADC6-401C-83FE-1703170D9E2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81795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59A8F8-ADC6-401C-83FE-1703170D9E28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41352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59A8F8-ADC6-401C-83FE-1703170D9E28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39548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600" dirty="0"/>
          </a:p>
          <a:p>
            <a:endParaRPr lang="en-US" sz="1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59A8F8-ADC6-401C-83FE-1703170D9E28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1753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1000" y="4754880"/>
            <a:ext cx="11430000" cy="1371600"/>
          </a:xfrm>
        </p:spPr>
        <p:txBody>
          <a:bodyPr anchor="b" anchorCtr="0">
            <a:normAutofit/>
          </a:bodyPr>
          <a:lstStyle>
            <a:lvl1pPr algn="ctr">
              <a:defRPr sz="4400" baseline="0"/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81528" y="6126480"/>
            <a:ext cx="6035040" cy="4572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en-US" noProof="0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A5C2095F-7B39-4759-AE92-AE50B6BA532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88952" cy="4498848"/>
          </a:xfrm>
          <a:solidFill>
            <a:schemeClr val="accent5"/>
          </a:solidFill>
        </p:spPr>
        <p:txBody>
          <a:bodyPr>
            <a:normAutofit/>
          </a:bodyPr>
          <a:lstStyle>
            <a:lvl1pPr marL="0" indent="0">
              <a:buNone/>
              <a:defRPr sz="2000"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grpSp>
        <p:nvGrpSpPr>
          <p:cNvPr id="9" name="Bottom Right">
            <a:extLst>
              <a:ext uri="{FF2B5EF4-FFF2-40B4-BE49-F238E27FC236}">
                <a16:creationId xmlns:a16="http://schemas.microsoft.com/office/drawing/2014/main" id="{0ADFF9C3-7C25-4ED5-81ED-9431FC8E32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-1" y="4222592"/>
            <a:ext cx="4572000" cy="2635408"/>
            <a:chOff x="7980400" y="3276601"/>
            <a:chExt cx="4211600" cy="3581399"/>
          </a:xfrm>
        </p:grpSpPr>
        <p:grpSp>
          <p:nvGrpSpPr>
            <p:cNvPr id="10" name="Graphic 157">
              <a:extLst>
                <a:ext uri="{FF2B5EF4-FFF2-40B4-BE49-F238E27FC236}">
                  <a16:creationId xmlns:a16="http://schemas.microsoft.com/office/drawing/2014/main" id="{3855FED8-087A-4ECA-B19E-7F86739CBA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/>
          </p:nvGrpSpPr>
          <p:grpSpPr>
            <a:xfrm>
              <a:off x="8662740" y="3276601"/>
              <a:ext cx="3529260" cy="3581397"/>
              <a:chOff x="4114800" y="1423987"/>
              <a:chExt cx="3961542" cy="4007547"/>
            </a:xfrm>
            <a:noFill/>
          </p:grpSpPr>
          <p:sp>
            <p:nvSpPr>
              <p:cNvPr id="12" name="Freeform: Shape 24">
                <a:extLst>
                  <a:ext uri="{FF2B5EF4-FFF2-40B4-BE49-F238E27FC236}">
                    <a16:creationId xmlns:a16="http://schemas.microsoft.com/office/drawing/2014/main" id="{A926BA7E-AF91-486C-A25D-9D87EB199516}"/>
                  </a:ext>
                </a:extLst>
              </p:cNvPr>
              <p:cNvSpPr/>
              <p:nvPr/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rtl="0"/>
                <a:endParaRPr lang="en-US" noProof="0" dirty="0"/>
              </a:p>
            </p:txBody>
          </p:sp>
          <p:sp>
            <p:nvSpPr>
              <p:cNvPr id="13" name="Freeform: Shape 25">
                <a:extLst>
                  <a:ext uri="{FF2B5EF4-FFF2-40B4-BE49-F238E27FC236}">
                    <a16:creationId xmlns:a16="http://schemas.microsoft.com/office/drawing/2014/main" id="{86FE3C9D-35BA-4B6F-BA75-1B08C63477BB}"/>
                  </a:ext>
                </a:extLst>
              </p:cNvPr>
              <p:cNvSpPr/>
              <p:nvPr/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rtl="0"/>
                <a:endParaRPr lang="en-US" noProof="0" dirty="0"/>
              </a:p>
            </p:txBody>
          </p:sp>
          <p:sp>
            <p:nvSpPr>
              <p:cNvPr id="14" name="Freeform: Shape 26">
                <a:extLst>
                  <a:ext uri="{FF2B5EF4-FFF2-40B4-BE49-F238E27FC236}">
                    <a16:creationId xmlns:a16="http://schemas.microsoft.com/office/drawing/2014/main" id="{23288AEC-C6CA-4B67-910D-25E4BD973434}"/>
                  </a:ext>
                </a:extLst>
              </p:cNvPr>
              <p:cNvSpPr/>
              <p:nvPr/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rtl="0"/>
                <a:endParaRPr lang="en-US" noProof="0" dirty="0"/>
              </a:p>
            </p:txBody>
          </p:sp>
          <p:sp>
            <p:nvSpPr>
              <p:cNvPr id="15" name="Freeform: Shape 30">
                <a:extLst>
                  <a:ext uri="{FF2B5EF4-FFF2-40B4-BE49-F238E27FC236}">
                    <a16:creationId xmlns:a16="http://schemas.microsoft.com/office/drawing/2014/main" id="{6F549CCC-D405-4BA1-A232-C56449416BE9}"/>
                  </a:ext>
                </a:extLst>
              </p:cNvPr>
              <p:cNvSpPr/>
              <p:nvPr/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rtl="0"/>
                <a:endParaRPr lang="en-US" noProof="0" dirty="0"/>
              </a:p>
            </p:txBody>
          </p:sp>
          <p:sp>
            <p:nvSpPr>
              <p:cNvPr id="16" name="Freeform: Shape 31">
                <a:extLst>
                  <a:ext uri="{FF2B5EF4-FFF2-40B4-BE49-F238E27FC236}">
                    <a16:creationId xmlns:a16="http://schemas.microsoft.com/office/drawing/2014/main" id="{0173928B-6BE7-48C8-BC2D-FA9D803DE7F3}"/>
                  </a:ext>
                </a:extLst>
              </p:cNvPr>
              <p:cNvSpPr/>
              <p:nvPr/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rtl="0"/>
                <a:endParaRPr lang="en-US" noProof="0" dirty="0"/>
              </a:p>
            </p:txBody>
          </p:sp>
          <p:sp>
            <p:nvSpPr>
              <p:cNvPr id="17" name="Freeform: Shape 32">
                <a:extLst>
                  <a:ext uri="{FF2B5EF4-FFF2-40B4-BE49-F238E27FC236}">
                    <a16:creationId xmlns:a16="http://schemas.microsoft.com/office/drawing/2014/main" id="{15D84E21-7BFE-4F1A-AFFC-A624A12B4339}"/>
                  </a:ext>
                </a:extLst>
              </p:cNvPr>
              <p:cNvSpPr/>
              <p:nvPr/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rtl="0"/>
                <a:endParaRPr lang="en-US" noProof="0" dirty="0"/>
              </a:p>
            </p:txBody>
          </p:sp>
          <p:sp>
            <p:nvSpPr>
              <p:cNvPr id="18" name="Freeform: Shape 36">
                <a:extLst>
                  <a:ext uri="{FF2B5EF4-FFF2-40B4-BE49-F238E27FC236}">
                    <a16:creationId xmlns:a16="http://schemas.microsoft.com/office/drawing/2014/main" id="{2DEA3AAE-0C03-42C2-A70B-763D840692BB}"/>
                  </a:ext>
                </a:extLst>
              </p:cNvPr>
              <p:cNvSpPr/>
              <p:nvPr/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rtl="0"/>
                <a:endParaRPr lang="en-US" noProof="0" dirty="0"/>
              </a:p>
            </p:txBody>
          </p:sp>
        </p:grpSp>
        <p:sp>
          <p:nvSpPr>
            <p:cNvPr id="11" name="Freeform: Shape 23">
              <a:extLst>
                <a:ext uri="{FF2B5EF4-FFF2-40B4-BE49-F238E27FC236}">
                  <a16:creationId xmlns:a16="http://schemas.microsoft.com/office/drawing/2014/main" id="{B7386810-4CAD-4571-8758-D163D51A48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rtl="0"/>
              <a:endParaRPr lang="en-US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2916498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Top Right">
            <a:extLst>
              <a:ext uri="{FF2B5EF4-FFF2-40B4-BE49-F238E27FC236}">
                <a16:creationId xmlns:a16="http://schemas.microsoft.com/office/drawing/2014/main" id="{BACCE7B0-8D06-4252-8429-A339167D20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0800000">
            <a:off x="1975339" y="2702248"/>
            <a:ext cx="2062373" cy="4155752"/>
            <a:chOff x="10849" y="15178"/>
            <a:chExt cx="2198951" cy="3331254"/>
          </a:xfrm>
        </p:grpSpPr>
        <p:sp>
          <p:nvSpPr>
            <p:cNvPr id="12" name="Freeform: Shape 10">
              <a:extLst>
                <a:ext uri="{FF2B5EF4-FFF2-40B4-BE49-F238E27FC236}">
                  <a16:creationId xmlns:a16="http://schemas.microsoft.com/office/drawing/2014/main" id="{23D7796B-4F31-43D2-9935-135F7251B352}"/>
                </a:ext>
              </a:extLst>
            </p:cNvPr>
            <p:cNvSpPr/>
            <p:nvPr/>
          </p:nvSpPr>
          <p:spPr>
            <a:xfrm>
              <a:off x="19394" y="15241"/>
              <a:ext cx="2190406" cy="3331191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pPr rtl="0"/>
              <a:endParaRPr lang="en-US" noProof="0" dirty="0"/>
            </a:p>
          </p:txBody>
        </p:sp>
        <p:sp>
          <p:nvSpPr>
            <p:cNvPr id="13" name="Freeform: Shape 11">
              <a:extLst>
                <a:ext uri="{FF2B5EF4-FFF2-40B4-BE49-F238E27FC236}">
                  <a16:creationId xmlns:a16="http://schemas.microsoft.com/office/drawing/2014/main" id="{023B3E92-CF7A-41F8-A5D4-FDD8C26708DC}"/>
                </a:ext>
              </a:extLst>
            </p:cNvPr>
            <p:cNvSpPr/>
            <p:nvPr/>
          </p:nvSpPr>
          <p:spPr>
            <a:xfrm>
              <a:off x="10849" y="15178"/>
              <a:ext cx="1978674" cy="307495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pPr rtl="0"/>
              <a:endParaRPr lang="en-US" noProof="0" dirty="0"/>
            </a:p>
          </p:txBody>
        </p:sp>
        <p:sp>
          <p:nvSpPr>
            <p:cNvPr id="14" name="Freeform: Shape 12">
              <a:extLst>
                <a:ext uri="{FF2B5EF4-FFF2-40B4-BE49-F238E27FC236}">
                  <a16:creationId xmlns:a16="http://schemas.microsoft.com/office/drawing/2014/main" id="{2194F273-6079-4D58-A510-0EBF4227520D}"/>
                </a:ext>
              </a:extLst>
            </p:cNvPr>
            <p:cNvSpPr/>
            <p:nvPr/>
          </p:nvSpPr>
          <p:spPr>
            <a:xfrm>
              <a:off x="25092" y="15178"/>
              <a:ext cx="1566146" cy="2737264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pPr rtl="0"/>
              <a:endParaRPr lang="en-US" noProof="0" dirty="0"/>
            </a:p>
          </p:txBody>
        </p:sp>
        <p:sp>
          <p:nvSpPr>
            <p:cNvPr id="15" name="Freeform: Shape 13">
              <a:extLst>
                <a:ext uri="{FF2B5EF4-FFF2-40B4-BE49-F238E27FC236}">
                  <a16:creationId xmlns:a16="http://schemas.microsoft.com/office/drawing/2014/main" id="{AEC3FE6A-D4E9-4F9B-B689-9C5BF9326B6B}"/>
                </a:ext>
              </a:extLst>
            </p:cNvPr>
            <p:cNvSpPr/>
            <p:nvPr/>
          </p:nvSpPr>
          <p:spPr>
            <a:xfrm>
              <a:off x="10849" y="15178"/>
              <a:ext cx="1368431" cy="2644975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pPr rtl="0"/>
              <a:endParaRPr lang="en-US" noProof="0" dirty="0"/>
            </a:p>
          </p:txBody>
        </p:sp>
        <p:sp>
          <p:nvSpPr>
            <p:cNvPr id="16" name="Freeform: Shape 14">
              <a:extLst>
                <a:ext uri="{FF2B5EF4-FFF2-40B4-BE49-F238E27FC236}">
                  <a16:creationId xmlns:a16="http://schemas.microsoft.com/office/drawing/2014/main" id="{B52D8E87-7BE8-4B9B-B18D-68C99705EECD}"/>
                </a:ext>
              </a:extLst>
            </p:cNvPr>
            <p:cNvSpPr/>
            <p:nvPr/>
          </p:nvSpPr>
          <p:spPr>
            <a:xfrm>
              <a:off x="18825" y="543780"/>
              <a:ext cx="494287" cy="1905590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pPr rtl="0"/>
              <a:endParaRPr lang="en-US" noProof="0" dirty="0"/>
            </a:p>
          </p:txBody>
        </p:sp>
        <p:sp>
          <p:nvSpPr>
            <p:cNvPr id="17" name="Freeform: Shape 15">
              <a:extLst>
                <a:ext uri="{FF2B5EF4-FFF2-40B4-BE49-F238E27FC236}">
                  <a16:creationId xmlns:a16="http://schemas.microsoft.com/office/drawing/2014/main" id="{6958AF13-A360-492B-8F33-E0608A11E679}"/>
                </a:ext>
              </a:extLst>
            </p:cNvPr>
            <p:cNvSpPr/>
            <p:nvPr/>
          </p:nvSpPr>
          <p:spPr>
            <a:xfrm>
              <a:off x="10849" y="672286"/>
              <a:ext cx="396930" cy="1690303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pPr rtl="0"/>
              <a:endParaRPr lang="en-US" noProof="0" dirty="0"/>
            </a:p>
          </p:txBody>
        </p:sp>
        <p:sp>
          <p:nvSpPr>
            <p:cNvPr id="18" name="Freeform: Shape 16">
              <a:extLst>
                <a:ext uri="{FF2B5EF4-FFF2-40B4-BE49-F238E27FC236}">
                  <a16:creationId xmlns:a16="http://schemas.microsoft.com/office/drawing/2014/main" id="{337AF046-BF07-462B-82F1-2215317CC3A6}"/>
                </a:ext>
              </a:extLst>
            </p:cNvPr>
            <p:cNvSpPr/>
            <p:nvPr/>
          </p:nvSpPr>
          <p:spPr>
            <a:xfrm>
              <a:off x="23002" y="881264"/>
              <a:ext cx="258791" cy="1336561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pPr rtl="0"/>
              <a:endParaRPr lang="en-US" noProof="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640" y="914400"/>
            <a:ext cx="3108960" cy="2194560"/>
          </a:xfrm>
        </p:spPr>
        <p:txBody>
          <a:bodyPr anchor="t">
            <a:noAutofit/>
          </a:bodyPr>
          <a:lstStyle>
            <a:lvl1pPr>
              <a:defRPr sz="2400" baseline="0"/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F77331-6002-494B-B704-DDA9DEBB649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8640" y="3429000"/>
            <a:ext cx="3108960" cy="3017520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1600"/>
              </a:spcBef>
              <a:buFont typeface="Arial" panose="020B0604020202020204" pitchFamily="34" charset="0"/>
              <a:buNone/>
              <a:defRPr sz="1800"/>
            </a:lvl1pPr>
            <a:lvl2pPr marL="457200" indent="0">
              <a:lnSpc>
                <a:spcPts val="2200"/>
              </a:lnSpc>
              <a:buFont typeface="Arial" panose="020B0604020202020204" pitchFamily="34" charset="0"/>
              <a:buNone/>
              <a:defRPr sz="1600"/>
            </a:lvl2pPr>
            <a:lvl3pPr marL="914400" indent="0">
              <a:lnSpc>
                <a:spcPts val="2200"/>
              </a:lnSpc>
              <a:buFont typeface="Arial" panose="020B0604020202020204" pitchFamily="34" charset="0"/>
              <a:buNone/>
              <a:defRPr sz="1600"/>
            </a:lvl3pPr>
            <a:lvl4pPr marL="1371600" indent="0">
              <a:lnSpc>
                <a:spcPts val="2200"/>
              </a:lnSpc>
              <a:buFont typeface="Arial" panose="020B0604020202020204" pitchFamily="34" charset="0"/>
              <a:buNone/>
              <a:defRPr sz="1600"/>
            </a:lvl4pPr>
            <a:lvl5pPr marL="1828800" indent="0">
              <a:lnSpc>
                <a:spcPts val="2200"/>
              </a:lnSpc>
              <a:buFont typeface="Arial" panose="020B0604020202020204" pitchFamily="34" charset="0"/>
              <a:buNone/>
              <a:defRPr sz="16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33713A46-E629-418A-9E89-B20468B63A3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035552" y="0"/>
            <a:ext cx="8156448" cy="6858000"/>
          </a:xfrm>
          <a:solidFill>
            <a:schemeClr val="accent5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754469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4048" y="274320"/>
            <a:ext cx="11430000" cy="1371600"/>
          </a:xfrm>
        </p:spPr>
        <p:txBody>
          <a:bodyPr anchor="b">
            <a:normAutofit/>
          </a:bodyPr>
          <a:lstStyle>
            <a:lvl1pPr algn="ctr"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4048" y="1709928"/>
            <a:ext cx="11430000" cy="4572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D483C85C-0C17-7BD4-8059-020CB5A8CF6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2359152"/>
            <a:ext cx="12188952" cy="4498848"/>
          </a:xfrm>
          <a:solidFill>
            <a:schemeClr val="accent5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17872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op Right">
            <a:extLst>
              <a:ext uri="{FF2B5EF4-FFF2-40B4-BE49-F238E27FC236}">
                <a16:creationId xmlns:a16="http://schemas.microsoft.com/office/drawing/2014/main" id="{7E501A87-7B96-007F-18D6-34F359F30C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283066" y="475707"/>
            <a:ext cx="3877660" cy="5906585"/>
            <a:chOff x="10849" y="-3086"/>
            <a:chExt cx="2198949" cy="3349518"/>
          </a:xfrm>
        </p:grpSpPr>
        <p:sp>
          <p:nvSpPr>
            <p:cNvPr id="5" name="Freeform: Shape 9">
              <a:extLst>
                <a:ext uri="{FF2B5EF4-FFF2-40B4-BE49-F238E27FC236}">
                  <a16:creationId xmlns:a16="http://schemas.microsoft.com/office/drawing/2014/main" id="{111EFC7A-ACD9-199F-E4A7-8C34E0EEAD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692843" y="-3086"/>
              <a:ext cx="1326110" cy="59760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US" noProof="0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sp>
          <p:nvSpPr>
            <p:cNvPr id="6" name="Freeform: Shape 10">
              <a:extLst>
                <a:ext uri="{FF2B5EF4-FFF2-40B4-BE49-F238E27FC236}">
                  <a16:creationId xmlns:a16="http://schemas.microsoft.com/office/drawing/2014/main" id="{4A6B9ECC-4E29-2F57-E50C-A8AE68055078}"/>
                </a:ext>
              </a:extLst>
            </p:cNvPr>
            <p:cNvSpPr/>
            <p:nvPr userDrawn="1"/>
          </p:nvSpPr>
          <p:spPr>
            <a:xfrm>
              <a:off x="19394" y="15241"/>
              <a:ext cx="2190404" cy="3331191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pPr rtl="0"/>
              <a:endParaRPr lang="en-US" noProof="0" dirty="0"/>
            </a:p>
          </p:txBody>
        </p:sp>
        <p:sp>
          <p:nvSpPr>
            <p:cNvPr id="7" name="Freeform: Shape 11">
              <a:extLst>
                <a:ext uri="{FF2B5EF4-FFF2-40B4-BE49-F238E27FC236}">
                  <a16:creationId xmlns:a16="http://schemas.microsoft.com/office/drawing/2014/main" id="{3726349E-3BE0-B780-82BA-6B9BBE73CF09}"/>
                </a:ext>
              </a:extLst>
            </p:cNvPr>
            <p:cNvSpPr/>
            <p:nvPr userDrawn="1"/>
          </p:nvSpPr>
          <p:spPr>
            <a:xfrm>
              <a:off x="10849" y="15178"/>
              <a:ext cx="1978673" cy="307495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pPr rtl="0"/>
              <a:endParaRPr lang="en-US" noProof="0" dirty="0"/>
            </a:p>
          </p:txBody>
        </p:sp>
        <p:sp>
          <p:nvSpPr>
            <p:cNvPr id="8" name="Freeform: Shape 12">
              <a:extLst>
                <a:ext uri="{FF2B5EF4-FFF2-40B4-BE49-F238E27FC236}">
                  <a16:creationId xmlns:a16="http://schemas.microsoft.com/office/drawing/2014/main" id="{C2107A5F-3CD3-B256-F3ED-018F05C7DB72}"/>
                </a:ext>
              </a:extLst>
            </p:cNvPr>
            <p:cNvSpPr/>
            <p:nvPr userDrawn="1"/>
          </p:nvSpPr>
          <p:spPr>
            <a:xfrm>
              <a:off x="25092" y="15178"/>
              <a:ext cx="1566145" cy="2737264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pPr rtl="0"/>
              <a:endParaRPr lang="en-US" noProof="0" dirty="0"/>
            </a:p>
          </p:txBody>
        </p:sp>
        <p:sp>
          <p:nvSpPr>
            <p:cNvPr id="9" name="Freeform: Shape 13">
              <a:extLst>
                <a:ext uri="{FF2B5EF4-FFF2-40B4-BE49-F238E27FC236}">
                  <a16:creationId xmlns:a16="http://schemas.microsoft.com/office/drawing/2014/main" id="{9C28699F-D10F-55C4-CCFF-C7355D570704}"/>
                </a:ext>
              </a:extLst>
            </p:cNvPr>
            <p:cNvSpPr/>
            <p:nvPr userDrawn="1"/>
          </p:nvSpPr>
          <p:spPr>
            <a:xfrm>
              <a:off x="10849" y="15178"/>
              <a:ext cx="1368430" cy="2644975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pPr rtl="0"/>
              <a:endParaRPr lang="en-US" noProof="0" dirty="0"/>
            </a:p>
          </p:txBody>
        </p:sp>
        <p:sp>
          <p:nvSpPr>
            <p:cNvPr id="10" name="Freeform: Shape 14">
              <a:extLst>
                <a:ext uri="{FF2B5EF4-FFF2-40B4-BE49-F238E27FC236}">
                  <a16:creationId xmlns:a16="http://schemas.microsoft.com/office/drawing/2014/main" id="{EA3D5E76-F8C1-6F4A-298A-A21D6A99BD0A}"/>
                </a:ext>
              </a:extLst>
            </p:cNvPr>
            <p:cNvSpPr/>
            <p:nvPr userDrawn="1"/>
          </p:nvSpPr>
          <p:spPr>
            <a:xfrm>
              <a:off x="18825" y="543780"/>
              <a:ext cx="494287" cy="1905590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pPr rtl="0"/>
              <a:endParaRPr lang="en-US" noProof="0" dirty="0"/>
            </a:p>
          </p:txBody>
        </p:sp>
        <p:sp>
          <p:nvSpPr>
            <p:cNvPr id="11" name="Freeform: Shape 15">
              <a:extLst>
                <a:ext uri="{FF2B5EF4-FFF2-40B4-BE49-F238E27FC236}">
                  <a16:creationId xmlns:a16="http://schemas.microsoft.com/office/drawing/2014/main" id="{8FE3B266-49E5-6578-0C2A-BC018130F6DC}"/>
                </a:ext>
              </a:extLst>
            </p:cNvPr>
            <p:cNvSpPr/>
            <p:nvPr userDrawn="1"/>
          </p:nvSpPr>
          <p:spPr>
            <a:xfrm>
              <a:off x="10849" y="672286"/>
              <a:ext cx="396930" cy="1690303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pPr rtl="0"/>
              <a:endParaRPr lang="en-US" noProof="0" dirty="0"/>
            </a:p>
          </p:txBody>
        </p:sp>
        <p:sp>
          <p:nvSpPr>
            <p:cNvPr id="12" name="Freeform: Shape 16">
              <a:extLst>
                <a:ext uri="{FF2B5EF4-FFF2-40B4-BE49-F238E27FC236}">
                  <a16:creationId xmlns:a16="http://schemas.microsoft.com/office/drawing/2014/main" id="{88E1CE45-51AC-C899-077B-AC023AFB2BE3}"/>
                </a:ext>
              </a:extLst>
            </p:cNvPr>
            <p:cNvSpPr/>
            <p:nvPr userDrawn="1"/>
          </p:nvSpPr>
          <p:spPr>
            <a:xfrm>
              <a:off x="23002" y="881264"/>
              <a:ext cx="258791" cy="1336561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pPr rtl="0"/>
              <a:endParaRPr lang="en-US" noProof="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14400"/>
            <a:ext cx="3657600" cy="4754880"/>
          </a:xfrm>
        </p:spPr>
        <p:txBody>
          <a:bodyPr anchor="t">
            <a:normAutofit/>
          </a:bodyPr>
          <a:lstStyle>
            <a:lvl1pPr>
              <a:defRPr sz="24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9048" y="914400"/>
            <a:ext cx="5486400" cy="4754880"/>
          </a:xfrm>
        </p:spPr>
        <p:txBody>
          <a:bodyPr anchor="t" anchorCtr="0">
            <a:normAutofit/>
          </a:bodyPr>
          <a:lstStyle>
            <a:lvl1pPr>
              <a:spcBef>
                <a:spcPts val="1600"/>
              </a:spcBef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57554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75120" y="576072"/>
            <a:ext cx="4937760" cy="4023360"/>
          </a:xfrm>
        </p:spPr>
        <p:txBody>
          <a:bodyPr anchor="b">
            <a:normAutofit/>
          </a:bodyPr>
          <a:lstStyle>
            <a:lvl1pPr algn="l">
              <a:defRPr sz="44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75120" y="4846320"/>
            <a:ext cx="4937760" cy="1554480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en-US" noProof="0" dirty="0"/>
          </a:p>
        </p:txBody>
      </p:sp>
      <p:sp>
        <p:nvSpPr>
          <p:cNvPr id="7" name="Picture Placeholder 7">
            <a:extLst>
              <a:ext uri="{FF2B5EF4-FFF2-40B4-BE49-F238E27FC236}">
                <a16:creationId xmlns:a16="http://schemas.microsoft.com/office/drawing/2014/main" id="{AA872EE9-FDFB-95A7-3547-DCAA0B51FE2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9048" cy="6858000"/>
          </a:xfrm>
          <a:solidFill>
            <a:schemeClr val="accent5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grpSp>
        <p:nvGrpSpPr>
          <p:cNvPr id="8" name="Bottom Right">
            <a:extLst>
              <a:ext uri="{FF2B5EF4-FFF2-40B4-BE49-F238E27FC236}">
                <a16:creationId xmlns:a16="http://schemas.microsoft.com/office/drawing/2014/main" id="{7CA8026F-F3E2-F0AC-BA28-474EDDAC77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V="1">
            <a:off x="7993448" y="0"/>
            <a:ext cx="4211600" cy="3581399"/>
            <a:chOff x="7980400" y="3276601"/>
            <a:chExt cx="4211600" cy="3581399"/>
          </a:xfrm>
        </p:grpSpPr>
        <p:grpSp>
          <p:nvGrpSpPr>
            <p:cNvPr id="9" name="Graphic 157">
              <a:extLst>
                <a:ext uri="{FF2B5EF4-FFF2-40B4-BE49-F238E27FC236}">
                  <a16:creationId xmlns:a16="http://schemas.microsoft.com/office/drawing/2014/main" id="{782E918B-03BB-ACBE-8695-C038FDB893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/>
          </p:nvGrpSpPr>
          <p:grpSpPr>
            <a:xfrm>
              <a:off x="8662740" y="3276601"/>
              <a:ext cx="3529260" cy="3581397"/>
              <a:chOff x="4114800" y="1423987"/>
              <a:chExt cx="3961542" cy="4007547"/>
            </a:xfrm>
            <a:noFill/>
          </p:grpSpPr>
          <p:sp>
            <p:nvSpPr>
              <p:cNvPr id="11" name="Freeform: Shape 24">
                <a:extLst>
                  <a:ext uri="{FF2B5EF4-FFF2-40B4-BE49-F238E27FC236}">
                    <a16:creationId xmlns:a16="http://schemas.microsoft.com/office/drawing/2014/main" id="{F40556B5-03F2-5DD3-B639-14377EFFE7FE}"/>
                  </a:ext>
                </a:extLst>
              </p:cNvPr>
              <p:cNvSpPr/>
              <p:nvPr/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rtl="0"/>
                <a:endParaRPr lang="en-US" noProof="0" dirty="0"/>
              </a:p>
            </p:txBody>
          </p:sp>
          <p:sp>
            <p:nvSpPr>
              <p:cNvPr id="12" name="Freeform: Shape 25">
                <a:extLst>
                  <a:ext uri="{FF2B5EF4-FFF2-40B4-BE49-F238E27FC236}">
                    <a16:creationId xmlns:a16="http://schemas.microsoft.com/office/drawing/2014/main" id="{45B7ADF8-3ED6-87A7-6F47-B78462C77A20}"/>
                  </a:ext>
                </a:extLst>
              </p:cNvPr>
              <p:cNvSpPr/>
              <p:nvPr/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rtl="0"/>
                <a:endParaRPr lang="en-US" noProof="0" dirty="0"/>
              </a:p>
            </p:txBody>
          </p:sp>
          <p:sp>
            <p:nvSpPr>
              <p:cNvPr id="13" name="Freeform: Shape 26">
                <a:extLst>
                  <a:ext uri="{FF2B5EF4-FFF2-40B4-BE49-F238E27FC236}">
                    <a16:creationId xmlns:a16="http://schemas.microsoft.com/office/drawing/2014/main" id="{D52AE879-F1BC-2561-2FBF-ABB2E105164C}"/>
                  </a:ext>
                </a:extLst>
              </p:cNvPr>
              <p:cNvSpPr/>
              <p:nvPr/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rtl="0"/>
                <a:endParaRPr lang="en-US" noProof="0" dirty="0"/>
              </a:p>
            </p:txBody>
          </p:sp>
          <p:sp>
            <p:nvSpPr>
              <p:cNvPr id="14" name="Freeform: Shape 30">
                <a:extLst>
                  <a:ext uri="{FF2B5EF4-FFF2-40B4-BE49-F238E27FC236}">
                    <a16:creationId xmlns:a16="http://schemas.microsoft.com/office/drawing/2014/main" id="{A1EA5E2E-9618-98D9-9F06-C4647D1D4293}"/>
                  </a:ext>
                </a:extLst>
              </p:cNvPr>
              <p:cNvSpPr/>
              <p:nvPr/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rtl="0"/>
                <a:endParaRPr lang="en-US" noProof="0" dirty="0"/>
              </a:p>
            </p:txBody>
          </p:sp>
          <p:sp>
            <p:nvSpPr>
              <p:cNvPr id="15" name="Freeform: Shape 31">
                <a:extLst>
                  <a:ext uri="{FF2B5EF4-FFF2-40B4-BE49-F238E27FC236}">
                    <a16:creationId xmlns:a16="http://schemas.microsoft.com/office/drawing/2014/main" id="{E28E6EE4-71BD-B4F1-3573-874D81459D29}"/>
                  </a:ext>
                </a:extLst>
              </p:cNvPr>
              <p:cNvSpPr/>
              <p:nvPr/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rtl="0"/>
                <a:endParaRPr lang="en-US" noProof="0" dirty="0"/>
              </a:p>
            </p:txBody>
          </p:sp>
          <p:sp>
            <p:nvSpPr>
              <p:cNvPr id="16" name="Freeform: Shape 32">
                <a:extLst>
                  <a:ext uri="{FF2B5EF4-FFF2-40B4-BE49-F238E27FC236}">
                    <a16:creationId xmlns:a16="http://schemas.microsoft.com/office/drawing/2014/main" id="{2B468A56-8603-6EAF-27BD-FEDFC0343A8F}"/>
                  </a:ext>
                </a:extLst>
              </p:cNvPr>
              <p:cNvSpPr/>
              <p:nvPr/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rtl="0"/>
                <a:endParaRPr lang="en-US" noProof="0" dirty="0"/>
              </a:p>
            </p:txBody>
          </p:sp>
          <p:sp>
            <p:nvSpPr>
              <p:cNvPr id="17" name="Freeform: Shape 36">
                <a:extLst>
                  <a:ext uri="{FF2B5EF4-FFF2-40B4-BE49-F238E27FC236}">
                    <a16:creationId xmlns:a16="http://schemas.microsoft.com/office/drawing/2014/main" id="{5DA205BC-40D5-E366-BFD0-0B79F340B66C}"/>
                  </a:ext>
                </a:extLst>
              </p:cNvPr>
              <p:cNvSpPr/>
              <p:nvPr/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rtl="0"/>
                <a:endParaRPr lang="en-US" noProof="0" dirty="0"/>
              </a:p>
            </p:txBody>
          </p:sp>
        </p:grpSp>
        <p:sp>
          <p:nvSpPr>
            <p:cNvPr id="10" name="Freeform: Shape 23">
              <a:extLst>
                <a:ext uri="{FF2B5EF4-FFF2-40B4-BE49-F238E27FC236}">
                  <a16:creationId xmlns:a16="http://schemas.microsoft.com/office/drawing/2014/main" id="{2BEE78C5-0ADB-2DA5-F70E-5D73E2826F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rtl="0"/>
              <a:endParaRPr lang="en-US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36101702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F7D74-558F-4816-9367-4004FFA2B6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14400"/>
            <a:ext cx="3108960" cy="2194560"/>
          </a:xfrm>
        </p:spPr>
        <p:txBody>
          <a:bodyPr anchor="t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069ADF-8CD9-4E77-BB8D-70D8824C5A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8640" y="3429000"/>
            <a:ext cx="3108960" cy="3017520"/>
          </a:xfrm>
        </p:spPr>
        <p:txBody>
          <a:bodyPr>
            <a:normAutofit/>
          </a:bodyPr>
          <a:lstStyle>
            <a:lvl1pPr>
              <a:spcBef>
                <a:spcPts val="1600"/>
              </a:spcBef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5F077D-E901-4AA9-B062-1C37FF407B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68112" y="630936"/>
            <a:ext cx="5705856" cy="5843016"/>
          </a:xfrm>
        </p:spPr>
        <p:txBody>
          <a:bodyPr>
            <a:normAutofit/>
          </a:bodyPr>
          <a:lstStyle>
            <a:lvl1pPr>
              <a:spcBef>
                <a:spcPts val="1600"/>
              </a:spcBef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0888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op Right">
            <a:extLst>
              <a:ext uri="{FF2B5EF4-FFF2-40B4-BE49-F238E27FC236}">
                <a16:creationId xmlns:a16="http://schemas.microsoft.com/office/drawing/2014/main" id="{E97F5289-BEE7-79B5-BB8E-94638A05B9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0800000">
            <a:off x="10129627" y="2702248"/>
            <a:ext cx="2062373" cy="4155752"/>
            <a:chOff x="10849" y="15178"/>
            <a:chExt cx="2198951" cy="3331254"/>
          </a:xfrm>
        </p:grpSpPr>
        <p:sp>
          <p:nvSpPr>
            <p:cNvPr id="5" name="Freeform: Shape 10">
              <a:extLst>
                <a:ext uri="{FF2B5EF4-FFF2-40B4-BE49-F238E27FC236}">
                  <a16:creationId xmlns:a16="http://schemas.microsoft.com/office/drawing/2014/main" id="{444EE97B-10EF-6A90-36F9-546218041763}"/>
                </a:ext>
              </a:extLst>
            </p:cNvPr>
            <p:cNvSpPr/>
            <p:nvPr/>
          </p:nvSpPr>
          <p:spPr>
            <a:xfrm>
              <a:off x="19394" y="15241"/>
              <a:ext cx="2190406" cy="3331191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pPr rtl="0"/>
              <a:endParaRPr lang="en-US" dirty="0"/>
            </a:p>
          </p:txBody>
        </p:sp>
        <p:sp>
          <p:nvSpPr>
            <p:cNvPr id="6" name="Freeform: Shape 11">
              <a:extLst>
                <a:ext uri="{FF2B5EF4-FFF2-40B4-BE49-F238E27FC236}">
                  <a16:creationId xmlns:a16="http://schemas.microsoft.com/office/drawing/2014/main" id="{DB37572F-3CF3-5EB8-2A9C-423F91615517}"/>
                </a:ext>
              </a:extLst>
            </p:cNvPr>
            <p:cNvSpPr/>
            <p:nvPr/>
          </p:nvSpPr>
          <p:spPr>
            <a:xfrm>
              <a:off x="10849" y="15178"/>
              <a:ext cx="1978674" cy="307495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pPr rtl="0"/>
              <a:endParaRPr lang="en-US" dirty="0"/>
            </a:p>
          </p:txBody>
        </p:sp>
        <p:sp>
          <p:nvSpPr>
            <p:cNvPr id="9" name="Freeform: Shape 12">
              <a:extLst>
                <a:ext uri="{FF2B5EF4-FFF2-40B4-BE49-F238E27FC236}">
                  <a16:creationId xmlns:a16="http://schemas.microsoft.com/office/drawing/2014/main" id="{F46101FA-DB58-40A4-BD93-35E09F7571D5}"/>
                </a:ext>
              </a:extLst>
            </p:cNvPr>
            <p:cNvSpPr/>
            <p:nvPr/>
          </p:nvSpPr>
          <p:spPr>
            <a:xfrm>
              <a:off x="25092" y="15178"/>
              <a:ext cx="1566146" cy="2737264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pPr rtl="0"/>
              <a:endParaRPr lang="en-US" dirty="0"/>
            </a:p>
          </p:txBody>
        </p:sp>
        <p:sp>
          <p:nvSpPr>
            <p:cNvPr id="10" name="Freeform: Shape 13">
              <a:extLst>
                <a:ext uri="{FF2B5EF4-FFF2-40B4-BE49-F238E27FC236}">
                  <a16:creationId xmlns:a16="http://schemas.microsoft.com/office/drawing/2014/main" id="{2E4933A0-A538-7EFB-417B-E2C222C1AF4E}"/>
                </a:ext>
              </a:extLst>
            </p:cNvPr>
            <p:cNvSpPr/>
            <p:nvPr/>
          </p:nvSpPr>
          <p:spPr>
            <a:xfrm>
              <a:off x="10849" y="15178"/>
              <a:ext cx="1368431" cy="2644975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pPr rtl="0"/>
              <a:endParaRPr lang="en-US" dirty="0"/>
            </a:p>
          </p:txBody>
        </p:sp>
        <p:sp>
          <p:nvSpPr>
            <p:cNvPr id="11" name="Freeform: Shape 14">
              <a:extLst>
                <a:ext uri="{FF2B5EF4-FFF2-40B4-BE49-F238E27FC236}">
                  <a16:creationId xmlns:a16="http://schemas.microsoft.com/office/drawing/2014/main" id="{6C2DFDF6-D78B-5984-D82E-9CEFAB74F71C}"/>
                </a:ext>
              </a:extLst>
            </p:cNvPr>
            <p:cNvSpPr/>
            <p:nvPr/>
          </p:nvSpPr>
          <p:spPr>
            <a:xfrm>
              <a:off x="18825" y="543780"/>
              <a:ext cx="494287" cy="1905590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pPr rtl="0"/>
              <a:endParaRPr lang="en-US" dirty="0"/>
            </a:p>
          </p:txBody>
        </p:sp>
        <p:sp>
          <p:nvSpPr>
            <p:cNvPr id="12" name="Freeform: Shape 15">
              <a:extLst>
                <a:ext uri="{FF2B5EF4-FFF2-40B4-BE49-F238E27FC236}">
                  <a16:creationId xmlns:a16="http://schemas.microsoft.com/office/drawing/2014/main" id="{855628AA-C9BE-E5CF-15C9-5AF3F3F7ACF3}"/>
                </a:ext>
              </a:extLst>
            </p:cNvPr>
            <p:cNvSpPr/>
            <p:nvPr/>
          </p:nvSpPr>
          <p:spPr>
            <a:xfrm>
              <a:off x="10849" y="672286"/>
              <a:ext cx="396930" cy="1690303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pPr rtl="0"/>
              <a:endParaRPr lang="en-US" dirty="0"/>
            </a:p>
          </p:txBody>
        </p:sp>
        <p:sp>
          <p:nvSpPr>
            <p:cNvPr id="13" name="Freeform: Shape 16">
              <a:extLst>
                <a:ext uri="{FF2B5EF4-FFF2-40B4-BE49-F238E27FC236}">
                  <a16:creationId xmlns:a16="http://schemas.microsoft.com/office/drawing/2014/main" id="{B87AC7A6-6033-A3C4-6202-864E4062FD47}"/>
                </a:ext>
              </a:extLst>
            </p:cNvPr>
            <p:cNvSpPr/>
            <p:nvPr/>
          </p:nvSpPr>
          <p:spPr>
            <a:xfrm>
              <a:off x="23002" y="881264"/>
              <a:ext cx="258791" cy="1336561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pPr rtl="0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75120" y="914400"/>
            <a:ext cx="5029200" cy="2194560"/>
          </a:xfrm>
        </p:spPr>
        <p:txBody>
          <a:bodyPr anchor="t" anchorCtr="0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BC013AD6-0EF3-2B25-DDBD-2DF706123AE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9048" cy="6858000"/>
          </a:xfrm>
          <a:solidFill>
            <a:schemeClr val="accent5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675120" y="3429000"/>
            <a:ext cx="5029200" cy="2697480"/>
          </a:xfrm>
        </p:spPr>
        <p:txBody>
          <a:bodyPr>
            <a:normAutofit/>
          </a:bodyPr>
          <a:lstStyle>
            <a:lvl1pPr>
              <a:spcBef>
                <a:spcPts val="1600"/>
              </a:spcBef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58500" y="6356350"/>
            <a:ext cx="845820" cy="365125"/>
          </a:xfrm>
        </p:spPr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65457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F7D74-558F-4816-9367-4004FFA2B6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14400"/>
            <a:ext cx="7223760" cy="914400"/>
          </a:xfrm>
        </p:spPr>
        <p:txBody>
          <a:bodyPr anchor="t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069ADF-8CD9-4E77-BB8D-70D8824C5A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8640" y="2286000"/>
            <a:ext cx="7223760" cy="1828800"/>
          </a:xfrm>
        </p:spPr>
        <p:txBody>
          <a:bodyPr>
            <a:normAutofit/>
          </a:bodyPr>
          <a:lstStyle>
            <a:lvl1pPr marL="0" indent="0">
              <a:spcBef>
                <a:spcPts val="1600"/>
              </a:spcBef>
              <a:buNone/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5F077D-E901-4AA9-B062-1C37FF407B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8640" y="4389120"/>
            <a:ext cx="7223760" cy="1828800"/>
          </a:xfrm>
        </p:spPr>
        <p:txBody>
          <a:bodyPr>
            <a:normAutofit/>
          </a:bodyPr>
          <a:lstStyle>
            <a:lvl1pPr marL="0" indent="0">
              <a:spcBef>
                <a:spcPts val="1600"/>
              </a:spcBef>
              <a:buNone/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13FFB825-245A-CEB4-BC9B-8E6001FC84A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156448" y="0"/>
            <a:ext cx="4032504" cy="6858000"/>
          </a:xfrm>
          <a:solidFill>
            <a:schemeClr val="accent5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63235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Bottom Right">
            <a:extLst>
              <a:ext uri="{FF2B5EF4-FFF2-40B4-BE49-F238E27FC236}">
                <a16:creationId xmlns:a16="http://schemas.microsoft.com/office/drawing/2014/main" id="{08712125-56A8-F96B-CDF1-F3792D474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V="1">
            <a:off x="7993448" y="0"/>
            <a:ext cx="4211600" cy="3581399"/>
            <a:chOff x="7980400" y="3276601"/>
            <a:chExt cx="4211600" cy="3581399"/>
          </a:xfrm>
        </p:grpSpPr>
        <p:grpSp>
          <p:nvGrpSpPr>
            <p:cNvPr id="9" name="Graphic 157">
              <a:extLst>
                <a:ext uri="{FF2B5EF4-FFF2-40B4-BE49-F238E27FC236}">
                  <a16:creationId xmlns:a16="http://schemas.microsoft.com/office/drawing/2014/main" id="{606BED4C-626B-4034-F706-C47B39ADBF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/>
          </p:nvGrpSpPr>
          <p:grpSpPr>
            <a:xfrm>
              <a:off x="8662740" y="3276601"/>
              <a:ext cx="3529260" cy="3581397"/>
              <a:chOff x="4114800" y="1423987"/>
              <a:chExt cx="3961542" cy="4007547"/>
            </a:xfrm>
            <a:noFill/>
          </p:grpSpPr>
          <p:sp>
            <p:nvSpPr>
              <p:cNvPr id="11" name="Freeform: Shape 24">
                <a:extLst>
                  <a:ext uri="{FF2B5EF4-FFF2-40B4-BE49-F238E27FC236}">
                    <a16:creationId xmlns:a16="http://schemas.microsoft.com/office/drawing/2014/main" id="{1E44F1DA-BBA0-DBF5-E95D-DA413CECCC33}"/>
                  </a:ext>
                </a:extLst>
              </p:cNvPr>
              <p:cNvSpPr/>
              <p:nvPr/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rtl="0"/>
                <a:endParaRPr lang="en-US" noProof="0" dirty="0"/>
              </a:p>
            </p:txBody>
          </p:sp>
          <p:sp>
            <p:nvSpPr>
              <p:cNvPr id="12" name="Freeform: Shape 25">
                <a:extLst>
                  <a:ext uri="{FF2B5EF4-FFF2-40B4-BE49-F238E27FC236}">
                    <a16:creationId xmlns:a16="http://schemas.microsoft.com/office/drawing/2014/main" id="{1F84F55C-F405-CAE8-CC7B-F36BF514253C}"/>
                  </a:ext>
                </a:extLst>
              </p:cNvPr>
              <p:cNvSpPr/>
              <p:nvPr/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rtl="0"/>
                <a:endParaRPr lang="en-US" noProof="0" dirty="0"/>
              </a:p>
            </p:txBody>
          </p:sp>
          <p:sp>
            <p:nvSpPr>
              <p:cNvPr id="13" name="Freeform: Shape 26">
                <a:extLst>
                  <a:ext uri="{FF2B5EF4-FFF2-40B4-BE49-F238E27FC236}">
                    <a16:creationId xmlns:a16="http://schemas.microsoft.com/office/drawing/2014/main" id="{516BE7FD-A069-8AEE-40A9-1F269525F7CB}"/>
                  </a:ext>
                </a:extLst>
              </p:cNvPr>
              <p:cNvSpPr/>
              <p:nvPr/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rtl="0"/>
                <a:endParaRPr lang="en-US" noProof="0" dirty="0"/>
              </a:p>
            </p:txBody>
          </p:sp>
          <p:sp>
            <p:nvSpPr>
              <p:cNvPr id="14" name="Freeform: Shape 30">
                <a:extLst>
                  <a:ext uri="{FF2B5EF4-FFF2-40B4-BE49-F238E27FC236}">
                    <a16:creationId xmlns:a16="http://schemas.microsoft.com/office/drawing/2014/main" id="{AA1320FC-7DC3-FFF5-F832-D065D7F3F0BD}"/>
                  </a:ext>
                </a:extLst>
              </p:cNvPr>
              <p:cNvSpPr/>
              <p:nvPr/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rtl="0"/>
                <a:endParaRPr lang="en-US" noProof="0" dirty="0"/>
              </a:p>
            </p:txBody>
          </p:sp>
          <p:sp>
            <p:nvSpPr>
              <p:cNvPr id="15" name="Freeform: Shape 31">
                <a:extLst>
                  <a:ext uri="{FF2B5EF4-FFF2-40B4-BE49-F238E27FC236}">
                    <a16:creationId xmlns:a16="http://schemas.microsoft.com/office/drawing/2014/main" id="{3B19DAD1-8FA1-2EC0-26E0-10CF718694D3}"/>
                  </a:ext>
                </a:extLst>
              </p:cNvPr>
              <p:cNvSpPr/>
              <p:nvPr/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rtl="0"/>
                <a:endParaRPr lang="en-US" noProof="0" dirty="0"/>
              </a:p>
            </p:txBody>
          </p:sp>
          <p:sp>
            <p:nvSpPr>
              <p:cNvPr id="16" name="Freeform: Shape 32">
                <a:extLst>
                  <a:ext uri="{FF2B5EF4-FFF2-40B4-BE49-F238E27FC236}">
                    <a16:creationId xmlns:a16="http://schemas.microsoft.com/office/drawing/2014/main" id="{01713054-80A0-F251-23CE-6EC15BA98524}"/>
                  </a:ext>
                </a:extLst>
              </p:cNvPr>
              <p:cNvSpPr/>
              <p:nvPr/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rtl="0"/>
                <a:endParaRPr lang="en-US" noProof="0" dirty="0"/>
              </a:p>
            </p:txBody>
          </p:sp>
          <p:sp>
            <p:nvSpPr>
              <p:cNvPr id="17" name="Freeform: Shape 36">
                <a:extLst>
                  <a:ext uri="{FF2B5EF4-FFF2-40B4-BE49-F238E27FC236}">
                    <a16:creationId xmlns:a16="http://schemas.microsoft.com/office/drawing/2014/main" id="{67EE807A-C6CE-4AA4-7E0A-7365647ACD8A}"/>
                  </a:ext>
                </a:extLst>
              </p:cNvPr>
              <p:cNvSpPr/>
              <p:nvPr/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rtl="0"/>
                <a:endParaRPr lang="en-US" noProof="0" dirty="0"/>
              </a:p>
            </p:txBody>
          </p:sp>
        </p:grpSp>
        <p:sp>
          <p:nvSpPr>
            <p:cNvPr id="10" name="Freeform: Shape 23">
              <a:extLst>
                <a:ext uri="{FF2B5EF4-FFF2-40B4-BE49-F238E27FC236}">
                  <a16:creationId xmlns:a16="http://schemas.microsoft.com/office/drawing/2014/main" id="{0A5ACDEC-DD52-7136-650B-7390C0FBA0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rtl="0"/>
              <a:endParaRPr lang="en-US" noProof="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14400"/>
            <a:ext cx="10963656" cy="914400"/>
          </a:xfrm>
        </p:spPr>
        <p:txBody>
          <a:bodyPr anchor="t" anchorCtr="0">
            <a:normAutofit/>
          </a:bodyPr>
          <a:lstStyle>
            <a:lvl1pPr>
              <a:defRPr sz="24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8640" y="2286000"/>
            <a:ext cx="3108960" cy="3291840"/>
          </a:xfrm>
        </p:spPr>
        <p:txBody>
          <a:bodyPr>
            <a:normAutofit/>
          </a:bodyPr>
          <a:lstStyle>
            <a:lvl1pPr>
              <a:spcBef>
                <a:spcPts val="1600"/>
              </a:spcBef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423FEB60-8FB5-7F10-EDD7-8AB4B3139EF6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4197096" y="2286000"/>
            <a:ext cx="7315200" cy="341071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noProof="0"/>
              <a:t>Click icon to add table</a:t>
            </a:r>
            <a:endParaRPr lang="en-US" noProof="0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8640" y="6356350"/>
            <a:ext cx="2743200" cy="365125"/>
          </a:xfrm>
        </p:spPr>
        <p:txBody>
          <a:bodyPr/>
          <a:lstStyle/>
          <a:p>
            <a:r>
              <a:rPr lang="en-US" noProof="0" dirty="0"/>
              <a:t>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7096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noProof="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66476" y="6356350"/>
            <a:ext cx="845820" cy="365125"/>
          </a:xfrm>
        </p:spPr>
        <p:txBody>
          <a:bodyPr/>
          <a:lstStyle/>
          <a:p>
            <a:fld id="{CBD12358-51D2-46B3-9BDE-DF29528B9454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953792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14400"/>
            <a:ext cx="10972800" cy="914400"/>
          </a:xfrm>
        </p:spPr>
        <p:txBody>
          <a:bodyPr anchor="t" anchorCtr="0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0CEAFE70-86D3-8690-31CA-F9A1FBA494D0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548640" y="2286000"/>
            <a:ext cx="11091672" cy="3346704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8640" y="6356350"/>
            <a:ext cx="2743200" cy="365125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94492" y="6356350"/>
            <a:ext cx="845820" cy="365125"/>
          </a:xfrm>
        </p:spPr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2877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Bottom Right">
            <a:extLst>
              <a:ext uri="{FF2B5EF4-FFF2-40B4-BE49-F238E27FC236}">
                <a16:creationId xmlns:a16="http://schemas.microsoft.com/office/drawing/2014/main" id="{0E5E4AF1-5C64-AF7D-3DCF-67FF6202AF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620000" y="4222592"/>
            <a:ext cx="4572000" cy="2635408"/>
            <a:chOff x="7980400" y="3276601"/>
            <a:chExt cx="4211600" cy="3581399"/>
          </a:xfrm>
        </p:grpSpPr>
        <p:grpSp>
          <p:nvGrpSpPr>
            <p:cNvPr id="3" name="Graphic 157">
              <a:extLst>
                <a:ext uri="{FF2B5EF4-FFF2-40B4-BE49-F238E27FC236}">
                  <a16:creationId xmlns:a16="http://schemas.microsoft.com/office/drawing/2014/main" id="{3504D9AC-A56D-26E2-7628-FCA2056444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/>
          </p:nvGrpSpPr>
          <p:grpSpPr>
            <a:xfrm>
              <a:off x="8662740" y="3276601"/>
              <a:ext cx="3529260" cy="3581397"/>
              <a:chOff x="4114800" y="1423987"/>
              <a:chExt cx="3961542" cy="4007547"/>
            </a:xfrm>
            <a:noFill/>
          </p:grpSpPr>
          <p:sp>
            <p:nvSpPr>
              <p:cNvPr id="9" name="Freeform: Shape 24">
                <a:extLst>
                  <a:ext uri="{FF2B5EF4-FFF2-40B4-BE49-F238E27FC236}">
                    <a16:creationId xmlns:a16="http://schemas.microsoft.com/office/drawing/2014/main" id="{3A60F7DC-D428-2691-2024-FDC0A8F1D7FC}"/>
                  </a:ext>
                </a:extLst>
              </p:cNvPr>
              <p:cNvSpPr/>
              <p:nvPr/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rtl="0"/>
                <a:endParaRPr lang="en-US" noProof="0" dirty="0"/>
              </a:p>
            </p:txBody>
          </p:sp>
          <p:sp>
            <p:nvSpPr>
              <p:cNvPr id="10" name="Freeform: Shape 25">
                <a:extLst>
                  <a:ext uri="{FF2B5EF4-FFF2-40B4-BE49-F238E27FC236}">
                    <a16:creationId xmlns:a16="http://schemas.microsoft.com/office/drawing/2014/main" id="{4F8DA334-9C3E-53D2-8336-7253E3AF12EB}"/>
                  </a:ext>
                </a:extLst>
              </p:cNvPr>
              <p:cNvSpPr/>
              <p:nvPr/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rtl="0"/>
                <a:endParaRPr lang="en-US" noProof="0" dirty="0"/>
              </a:p>
            </p:txBody>
          </p:sp>
          <p:sp>
            <p:nvSpPr>
              <p:cNvPr id="12" name="Freeform: Shape 26">
                <a:extLst>
                  <a:ext uri="{FF2B5EF4-FFF2-40B4-BE49-F238E27FC236}">
                    <a16:creationId xmlns:a16="http://schemas.microsoft.com/office/drawing/2014/main" id="{D9A6F1F6-9959-9331-EF7E-CF44211DACA8}"/>
                  </a:ext>
                </a:extLst>
              </p:cNvPr>
              <p:cNvSpPr/>
              <p:nvPr/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rtl="0"/>
                <a:endParaRPr lang="en-US" noProof="0" dirty="0"/>
              </a:p>
            </p:txBody>
          </p:sp>
          <p:sp>
            <p:nvSpPr>
              <p:cNvPr id="13" name="Freeform: Shape 30">
                <a:extLst>
                  <a:ext uri="{FF2B5EF4-FFF2-40B4-BE49-F238E27FC236}">
                    <a16:creationId xmlns:a16="http://schemas.microsoft.com/office/drawing/2014/main" id="{91C24A8C-16F8-C6CF-A3D3-20BD9FE46252}"/>
                  </a:ext>
                </a:extLst>
              </p:cNvPr>
              <p:cNvSpPr/>
              <p:nvPr/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rtl="0"/>
                <a:endParaRPr lang="en-US" noProof="0" dirty="0"/>
              </a:p>
            </p:txBody>
          </p:sp>
          <p:sp>
            <p:nvSpPr>
              <p:cNvPr id="14" name="Freeform: Shape 31">
                <a:extLst>
                  <a:ext uri="{FF2B5EF4-FFF2-40B4-BE49-F238E27FC236}">
                    <a16:creationId xmlns:a16="http://schemas.microsoft.com/office/drawing/2014/main" id="{FB276BD0-4A6B-06B9-AD17-28C45F54EDC0}"/>
                  </a:ext>
                </a:extLst>
              </p:cNvPr>
              <p:cNvSpPr/>
              <p:nvPr/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rtl="0"/>
                <a:endParaRPr lang="en-US" noProof="0" dirty="0"/>
              </a:p>
            </p:txBody>
          </p:sp>
          <p:sp>
            <p:nvSpPr>
              <p:cNvPr id="15" name="Freeform: Shape 32">
                <a:extLst>
                  <a:ext uri="{FF2B5EF4-FFF2-40B4-BE49-F238E27FC236}">
                    <a16:creationId xmlns:a16="http://schemas.microsoft.com/office/drawing/2014/main" id="{20566CB5-910F-9CBD-3521-939192448604}"/>
                  </a:ext>
                </a:extLst>
              </p:cNvPr>
              <p:cNvSpPr/>
              <p:nvPr/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rtl="0"/>
                <a:endParaRPr lang="en-US" noProof="0" dirty="0"/>
              </a:p>
            </p:txBody>
          </p:sp>
          <p:sp>
            <p:nvSpPr>
              <p:cNvPr id="16" name="Freeform: Shape 36">
                <a:extLst>
                  <a:ext uri="{FF2B5EF4-FFF2-40B4-BE49-F238E27FC236}">
                    <a16:creationId xmlns:a16="http://schemas.microsoft.com/office/drawing/2014/main" id="{5591EF06-D01C-ED06-33B6-7ABBB5C40B1F}"/>
                  </a:ext>
                </a:extLst>
              </p:cNvPr>
              <p:cNvSpPr/>
              <p:nvPr/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rtl="0"/>
                <a:endParaRPr lang="en-US" noProof="0" dirty="0"/>
              </a:p>
            </p:txBody>
          </p:sp>
        </p:grpSp>
        <p:sp>
          <p:nvSpPr>
            <p:cNvPr id="7" name="Freeform: Shape 23">
              <a:extLst>
                <a:ext uri="{FF2B5EF4-FFF2-40B4-BE49-F238E27FC236}">
                  <a16:creationId xmlns:a16="http://schemas.microsoft.com/office/drawing/2014/main" id="{AD4040B3-F70D-2EBB-B994-6A24050AC4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rtl="0"/>
              <a:endParaRPr lang="en-US" noProof="0" dirty="0"/>
            </a:p>
          </p:txBody>
        </p:sp>
      </p:grpSp>
      <p:sp>
        <p:nvSpPr>
          <p:cNvPr id="11" name="Title 1">
            <a:extLst>
              <a:ext uri="{FF2B5EF4-FFF2-40B4-BE49-F238E27FC236}">
                <a16:creationId xmlns:a16="http://schemas.microsoft.com/office/drawing/2014/main" id="{076C4EAC-BBDE-1963-BD72-3BD2A47DC5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4048" y="4754880"/>
            <a:ext cx="11430000" cy="1371600"/>
          </a:xfrm>
        </p:spPr>
        <p:txBody>
          <a:bodyPr anchor="b">
            <a:normAutofit/>
          </a:bodyPr>
          <a:lstStyle>
            <a:lvl1pPr algn="ctr">
              <a:defRPr sz="44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592AF4F-2F83-7005-B3AC-6FCC7FB1914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88952" cy="449884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736164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Top Right">
            <a:extLst>
              <a:ext uri="{FF2B5EF4-FFF2-40B4-BE49-F238E27FC236}">
                <a16:creationId xmlns:a16="http://schemas.microsoft.com/office/drawing/2014/main" id="{3CBE3FA5-1D12-E2FA-F6C4-E8BE184EEC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314340" y="-1"/>
            <a:ext cx="3877660" cy="5906585"/>
            <a:chOff x="10849" y="-3086"/>
            <a:chExt cx="2198951" cy="3349518"/>
          </a:xfrm>
        </p:grpSpPr>
        <p:sp>
          <p:nvSpPr>
            <p:cNvPr id="6" name="Freeform: Shape 9">
              <a:extLst>
                <a:ext uri="{FF2B5EF4-FFF2-40B4-BE49-F238E27FC236}">
                  <a16:creationId xmlns:a16="http://schemas.microsoft.com/office/drawing/2014/main" id="{4172A1F4-49C3-5D7A-52B9-1066ED8D1E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0800000">
              <a:off x="692844" y="-3086"/>
              <a:ext cx="1326111" cy="59760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US" noProof="0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sp>
          <p:nvSpPr>
            <p:cNvPr id="7" name="Freeform: Shape 10">
              <a:extLst>
                <a:ext uri="{FF2B5EF4-FFF2-40B4-BE49-F238E27FC236}">
                  <a16:creationId xmlns:a16="http://schemas.microsoft.com/office/drawing/2014/main" id="{FBF7309D-93C5-EDDF-70F8-BB6CDE096E00}"/>
                </a:ext>
              </a:extLst>
            </p:cNvPr>
            <p:cNvSpPr/>
            <p:nvPr/>
          </p:nvSpPr>
          <p:spPr>
            <a:xfrm>
              <a:off x="19394" y="15241"/>
              <a:ext cx="2190406" cy="3331191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pPr rtl="0"/>
              <a:endParaRPr lang="en-US" noProof="0" dirty="0"/>
            </a:p>
          </p:txBody>
        </p:sp>
        <p:sp>
          <p:nvSpPr>
            <p:cNvPr id="8" name="Freeform: Shape 11">
              <a:extLst>
                <a:ext uri="{FF2B5EF4-FFF2-40B4-BE49-F238E27FC236}">
                  <a16:creationId xmlns:a16="http://schemas.microsoft.com/office/drawing/2014/main" id="{54770304-0166-E338-9DC5-53FF3EAE5A24}"/>
                </a:ext>
              </a:extLst>
            </p:cNvPr>
            <p:cNvSpPr/>
            <p:nvPr/>
          </p:nvSpPr>
          <p:spPr>
            <a:xfrm>
              <a:off x="10849" y="15178"/>
              <a:ext cx="1978674" cy="307495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pPr rtl="0"/>
              <a:endParaRPr lang="en-US" noProof="0" dirty="0"/>
            </a:p>
          </p:txBody>
        </p:sp>
        <p:sp>
          <p:nvSpPr>
            <p:cNvPr id="9" name="Freeform: Shape 12">
              <a:extLst>
                <a:ext uri="{FF2B5EF4-FFF2-40B4-BE49-F238E27FC236}">
                  <a16:creationId xmlns:a16="http://schemas.microsoft.com/office/drawing/2014/main" id="{84659F45-0B9C-5A8E-603E-B596282270DE}"/>
                </a:ext>
              </a:extLst>
            </p:cNvPr>
            <p:cNvSpPr/>
            <p:nvPr/>
          </p:nvSpPr>
          <p:spPr>
            <a:xfrm>
              <a:off x="25092" y="15178"/>
              <a:ext cx="1566146" cy="2737264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pPr rtl="0"/>
              <a:endParaRPr lang="en-US" noProof="0" dirty="0"/>
            </a:p>
          </p:txBody>
        </p:sp>
        <p:sp>
          <p:nvSpPr>
            <p:cNvPr id="10" name="Freeform: Shape 13">
              <a:extLst>
                <a:ext uri="{FF2B5EF4-FFF2-40B4-BE49-F238E27FC236}">
                  <a16:creationId xmlns:a16="http://schemas.microsoft.com/office/drawing/2014/main" id="{70A5F154-3FCF-47B9-B7C5-35BF9591E231}"/>
                </a:ext>
              </a:extLst>
            </p:cNvPr>
            <p:cNvSpPr/>
            <p:nvPr/>
          </p:nvSpPr>
          <p:spPr>
            <a:xfrm>
              <a:off x="10849" y="15178"/>
              <a:ext cx="1368431" cy="2644975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pPr rtl="0"/>
              <a:endParaRPr lang="en-US" noProof="0" dirty="0"/>
            </a:p>
          </p:txBody>
        </p:sp>
        <p:sp>
          <p:nvSpPr>
            <p:cNvPr id="11" name="Freeform: Shape 14">
              <a:extLst>
                <a:ext uri="{FF2B5EF4-FFF2-40B4-BE49-F238E27FC236}">
                  <a16:creationId xmlns:a16="http://schemas.microsoft.com/office/drawing/2014/main" id="{421000D3-834B-680B-2527-D152BB8F1EE1}"/>
                </a:ext>
              </a:extLst>
            </p:cNvPr>
            <p:cNvSpPr/>
            <p:nvPr/>
          </p:nvSpPr>
          <p:spPr>
            <a:xfrm>
              <a:off x="18825" y="543780"/>
              <a:ext cx="494287" cy="1905590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pPr rtl="0"/>
              <a:endParaRPr lang="en-US" noProof="0" dirty="0"/>
            </a:p>
          </p:txBody>
        </p:sp>
        <p:sp>
          <p:nvSpPr>
            <p:cNvPr id="12" name="Freeform: Shape 15">
              <a:extLst>
                <a:ext uri="{FF2B5EF4-FFF2-40B4-BE49-F238E27FC236}">
                  <a16:creationId xmlns:a16="http://schemas.microsoft.com/office/drawing/2014/main" id="{42E06095-8C9B-EE19-1498-77CFC001B963}"/>
                </a:ext>
              </a:extLst>
            </p:cNvPr>
            <p:cNvSpPr/>
            <p:nvPr/>
          </p:nvSpPr>
          <p:spPr>
            <a:xfrm>
              <a:off x="10849" y="672286"/>
              <a:ext cx="396930" cy="1690303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pPr rtl="0"/>
              <a:endParaRPr lang="en-US" noProof="0" dirty="0"/>
            </a:p>
          </p:txBody>
        </p:sp>
        <p:sp>
          <p:nvSpPr>
            <p:cNvPr id="13" name="Freeform: Shape 16">
              <a:extLst>
                <a:ext uri="{FF2B5EF4-FFF2-40B4-BE49-F238E27FC236}">
                  <a16:creationId xmlns:a16="http://schemas.microsoft.com/office/drawing/2014/main" id="{94C4696D-BBBC-E412-D4E6-75FC29A89946}"/>
                </a:ext>
              </a:extLst>
            </p:cNvPr>
            <p:cNvSpPr/>
            <p:nvPr/>
          </p:nvSpPr>
          <p:spPr>
            <a:xfrm>
              <a:off x="23002" y="881264"/>
              <a:ext cx="258791" cy="1336561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pPr rtl="0"/>
              <a:endParaRPr lang="en-US" noProof="0" dirty="0"/>
            </a:p>
          </p:txBody>
        </p:sp>
      </p:grpSp>
      <p:grpSp>
        <p:nvGrpSpPr>
          <p:cNvPr id="14" name="Top Right">
            <a:extLst>
              <a:ext uri="{FF2B5EF4-FFF2-40B4-BE49-F238E27FC236}">
                <a16:creationId xmlns:a16="http://schemas.microsoft.com/office/drawing/2014/main" id="{9D926F0F-ADC0-F590-4458-2C1E7E553D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0800000" flipH="1">
            <a:off x="0" y="2702248"/>
            <a:ext cx="2062373" cy="4155752"/>
            <a:chOff x="10849" y="15178"/>
            <a:chExt cx="2198951" cy="3331254"/>
          </a:xfrm>
        </p:grpSpPr>
        <p:sp>
          <p:nvSpPr>
            <p:cNvPr id="15" name="Freeform: Shape 10">
              <a:extLst>
                <a:ext uri="{FF2B5EF4-FFF2-40B4-BE49-F238E27FC236}">
                  <a16:creationId xmlns:a16="http://schemas.microsoft.com/office/drawing/2014/main" id="{AAA63A7B-917E-3C2F-47F3-D5D6D45B1912}"/>
                </a:ext>
              </a:extLst>
            </p:cNvPr>
            <p:cNvSpPr/>
            <p:nvPr/>
          </p:nvSpPr>
          <p:spPr>
            <a:xfrm>
              <a:off x="19394" y="15241"/>
              <a:ext cx="2190406" cy="3331191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pPr rtl="0"/>
              <a:endParaRPr lang="en-US" noProof="0" dirty="0"/>
            </a:p>
          </p:txBody>
        </p:sp>
        <p:sp>
          <p:nvSpPr>
            <p:cNvPr id="16" name="Freeform: Shape 11">
              <a:extLst>
                <a:ext uri="{FF2B5EF4-FFF2-40B4-BE49-F238E27FC236}">
                  <a16:creationId xmlns:a16="http://schemas.microsoft.com/office/drawing/2014/main" id="{79B7A8C2-F0EF-86E1-6636-07C931C0E7F3}"/>
                </a:ext>
              </a:extLst>
            </p:cNvPr>
            <p:cNvSpPr/>
            <p:nvPr/>
          </p:nvSpPr>
          <p:spPr>
            <a:xfrm>
              <a:off x="10849" y="15178"/>
              <a:ext cx="1978674" cy="307495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pPr rtl="0"/>
              <a:endParaRPr lang="en-US" noProof="0" dirty="0"/>
            </a:p>
          </p:txBody>
        </p:sp>
        <p:sp>
          <p:nvSpPr>
            <p:cNvPr id="17" name="Freeform: Shape 12">
              <a:extLst>
                <a:ext uri="{FF2B5EF4-FFF2-40B4-BE49-F238E27FC236}">
                  <a16:creationId xmlns:a16="http://schemas.microsoft.com/office/drawing/2014/main" id="{8E23E81E-4B9A-52D9-6D8E-34A0E5E3F49E}"/>
                </a:ext>
              </a:extLst>
            </p:cNvPr>
            <p:cNvSpPr/>
            <p:nvPr/>
          </p:nvSpPr>
          <p:spPr>
            <a:xfrm>
              <a:off x="25092" y="15178"/>
              <a:ext cx="1566146" cy="2737264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pPr rtl="0"/>
              <a:endParaRPr lang="en-US" noProof="0" dirty="0"/>
            </a:p>
          </p:txBody>
        </p:sp>
        <p:sp>
          <p:nvSpPr>
            <p:cNvPr id="18" name="Freeform: Shape 13">
              <a:extLst>
                <a:ext uri="{FF2B5EF4-FFF2-40B4-BE49-F238E27FC236}">
                  <a16:creationId xmlns:a16="http://schemas.microsoft.com/office/drawing/2014/main" id="{2FEE8188-CA2A-2E73-3F39-9B7EC600A66B}"/>
                </a:ext>
              </a:extLst>
            </p:cNvPr>
            <p:cNvSpPr/>
            <p:nvPr/>
          </p:nvSpPr>
          <p:spPr>
            <a:xfrm>
              <a:off x="10849" y="15178"/>
              <a:ext cx="1368431" cy="2644975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pPr rtl="0"/>
              <a:endParaRPr lang="en-US" noProof="0" dirty="0"/>
            </a:p>
          </p:txBody>
        </p:sp>
        <p:sp>
          <p:nvSpPr>
            <p:cNvPr id="19" name="Freeform: Shape 14">
              <a:extLst>
                <a:ext uri="{FF2B5EF4-FFF2-40B4-BE49-F238E27FC236}">
                  <a16:creationId xmlns:a16="http://schemas.microsoft.com/office/drawing/2014/main" id="{6FDA9D3F-08AF-922F-425B-5BF91ABE44E0}"/>
                </a:ext>
              </a:extLst>
            </p:cNvPr>
            <p:cNvSpPr/>
            <p:nvPr/>
          </p:nvSpPr>
          <p:spPr>
            <a:xfrm>
              <a:off x="18825" y="543780"/>
              <a:ext cx="494287" cy="1905590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pPr rtl="0"/>
              <a:endParaRPr lang="en-US" noProof="0" dirty="0"/>
            </a:p>
          </p:txBody>
        </p:sp>
        <p:sp>
          <p:nvSpPr>
            <p:cNvPr id="20" name="Freeform: Shape 15">
              <a:extLst>
                <a:ext uri="{FF2B5EF4-FFF2-40B4-BE49-F238E27FC236}">
                  <a16:creationId xmlns:a16="http://schemas.microsoft.com/office/drawing/2014/main" id="{79545655-F52E-17B0-581D-57970E8137F3}"/>
                </a:ext>
              </a:extLst>
            </p:cNvPr>
            <p:cNvSpPr/>
            <p:nvPr/>
          </p:nvSpPr>
          <p:spPr>
            <a:xfrm>
              <a:off x="10849" y="672286"/>
              <a:ext cx="396930" cy="1690303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pPr rtl="0"/>
              <a:endParaRPr lang="en-US" noProof="0" dirty="0"/>
            </a:p>
          </p:txBody>
        </p:sp>
        <p:sp>
          <p:nvSpPr>
            <p:cNvPr id="21" name="Freeform: Shape 16">
              <a:extLst>
                <a:ext uri="{FF2B5EF4-FFF2-40B4-BE49-F238E27FC236}">
                  <a16:creationId xmlns:a16="http://schemas.microsoft.com/office/drawing/2014/main" id="{9FF8CC2F-D9BE-D072-DFBA-A03420C403CA}"/>
                </a:ext>
              </a:extLst>
            </p:cNvPr>
            <p:cNvSpPr/>
            <p:nvPr/>
          </p:nvSpPr>
          <p:spPr>
            <a:xfrm>
              <a:off x="23002" y="881264"/>
              <a:ext cx="258791" cy="1336561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pPr rtl="0"/>
              <a:endParaRPr lang="en-US" noProof="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B2F7D74-558F-4816-9367-4004FFA2B6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14400"/>
            <a:ext cx="10972800" cy="914400"/>
          </a:xfrm>
        </p:spPr>
        <p:txBody>
          <a:bodyPr anchor="t">
            <a:normAutofit/>
          </a:bodyPr>
          <a:lstStyle>
            <a:lvl1pPr>
              <a:defRPr sz="24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069ADF-8CD9-4E77-BB8D-70D8824C5A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8640" y="2286000"/>
            <a:ext cx="5212080" cy="3840480"/>
          </a:xfrm>
        </p:spPr>
        <p:txBody>
          <a:bodyPr>
            <a:normAutofit/>
          </a:bodyPr>
          <a:lstStyle>
            <a:lvl1pPr marL="514350" indent="-514350">
              <a:spcBef>
                <a:spcPts val="1600"/>
              </a:spcBef>
              <a:buFont typeface="+mj-lt"/>
              <a:buAutoNum type="arabicPeriod"/>
              <a:defRPr sz="1800"/>
            </a:lvl1pPr>
            <a:lvl2pPr marL="1097280" indent="-512064">
              <a:buFont typeface="+mj-lt"/>
              <a:buAutoNum type="alphaLcPeriod"/>
              <a:defRPr sz="1600"/>
            </a:lvl2pPr>
            <a:lvl3pPr marL="1609344" indent="-512064">
              <a:buFont typeface="+mj-lt"/>
              <a:buAutoNum type="arabicParenR"/>
              <a:defRPr sz="1400"/>
            </a:lvl3pPr>
            <a:lvl4pPr marL="2212848" indent="-512064">
              <a:spcBef>
                <a:spcPts val="500"/>
              </a:spcBef>
              <a:buFont typeface="+mj-lt"/>
              <a:buAutoNum type="alphaLcParenR"/>
              <a:defRPr sz="1200"/>
            </a:lvl4pPr>
            <a:lvl5pPr marL="2724912" indent="-512064"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5F077D-E901-4AA9-B062-1C37FF407B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800" y="2286000"/>
            <a:ext cx="5212080" cy="3840480"/>
          </a:xfrm>
        </p:spPr>
        <p:txBody>
          <a:bodyPr>
            <a:normAutofit/>
          </a:bodyPr>
          <a:lstStyle>
            <a:lvl1pPr marL="0" indent="0">
              <a:spcBef>
                <a:spcPts val="1600"/>
              </a:spcBef>
              <a:buNone/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22" name="Date Placeholder 21">
            <a:extLst>
              <a:ext uri="{FF2B5EF4-FFF2-40B4-BE49-F238E27FC236}">
                <a16:creationId xmlns:a16="http://schemas.microsoft.com/office/drawing/2014/main" id="{C837C813-621D-5D2C-4019-EE80976040C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8640" y="6356350"/>
            <a:ext cx="2743200" cy="365125"/>
          </a:xfrm>
        </p:spPr>
        <p:txBody>
          <a:bodyPr/>
          <a:lstStyle/>
          <a:p>
            <a:r>
              <a:rPr lang="en-US" noProof="0" dirty="0"/>
              <a:t>20XX</a:t>
            </a: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58AA2A2F-7F84-7371-DE7D-3170E7F1BBC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767060" y="6356350"/>
            <a:ext cx="845820" cy="365125"/>
          </a:xfrm>
        </p:spPr>
        <p:txBody>
          <a:bodyPr/>
          <a:lstStyle/>
          <a:p>
            <a:fld id="{294A09A9-5501-47C1-A89A-A340965A2BE2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0106943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Top Right">
            <a:extLst>
              <a:ext uri="{FF2B5EF4-FFF2-40B4-BE49-F238E27FC236}">
                <a16:creationId xmlns:a16="http://schemas.microsoft.com/office/drawing/2014/main" id="{7DCF5A23-16BE-4FF7-8562-4B9CD64FB2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0850" y="-1"/>
            <a:ext cx="2768446" cy="4486275"/>
            <a:chOff x="10849" y="-3086"/>
            <a:chExt cx="2198951" cy="3349518"/>
          </a:xfrm>
        </p:grpSpPr>
        <p:sp>
          <p:nvSpPr>
            <p:cNvPr id="15" name="Freeform: Shape 9">
              <a:extLst>
                <a:ext uri="{FF2B5EF4-FFF2-40B4-BE49-F238E27FC236}">
                  <a16:creationId xmlns:a16="http://schemas.microsoft.com/office/drawing/2014/main" id="{930E8856-48C1-4FFD-9BC1-360BCDEC04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0800000">
              <a:off x="692844" y="-3086"/>
              <a:ext cx="1326111" cy="59760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US" noProof="0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sp>
          <p:nvSpPr>
            <p:cNvPr id="16" name="Freeform: Shape 10">
              <a:extLst>
                <a:ext uri="{FF2B5EF4-FFF2-40B4-BE49-F238E27FC236}">
                  <a16:creationId xmlns:a16="http://schemas.microsoft.com/office/drawing/2014/main" id="{0950DAF3-AE2C-43D7-884D-F377394DBC57}"/>
                </a:ext>
              </a:extLst>
            </p:cNvPr>
            <p:cNvSpPr/>
            <p:nvPr/>
          </p:nvSpPr>
          <p:spPr>
            <a:xfrm>
              <a:off x="19394" y="15241"/>
              <a:ext cx="2190406" cy="3331191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pPr rtl="0"/>
              <a:endParaRPr lang="en-US" noProof="0" dirty="0"/>
            </a:p>
          </p:txBody>
        </p:sp>
        <p:sp>
          <p:nvSpPr>
            <p:cNvPr id="17" name="Freeform: Shape 11">
              <a:extLst>
                <a:ext uri="{FF2B5EF4-FFF2-40B4-BE49-F238E27FC236}">
                  <a16:creationId xmlns:a16="http://schemas.microsoft.com/office/drawing/2014/main" id="{49552E91-169E-43A2-8337-361B09B2ECE1}"/>
                </a:ext>
              </a:extLst>
            </p:cNvPr>
            <p:cNvSpPr/>
            <p:nvPr/>
          </p:nvSpPr>
          <p:spPr>
            <a:xfrm>
              <a:off x="10849" y="15178"/>
              <a:ext cx="1978674" cy="307495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pPr rtl="0"/>
              <a:endParaRPr lang="en-US" noProof="0" dirty="0"/>
            </a:p>
          </p:txBody>
        </p:sp>
        <p:sp>
          <p:nvSpPr>
            <p:cNvPr id="18" name="Freeform: Shape 12">
              <a:extLst>
                <a:ext uri="{FF2B5EF4-FFF2-40B4-BE49-F238E27FC236}">
                  <a16:creationId xmlns:a16="http://schemas.microsoft.com/office/drawing/2014/main" id="{4F38336D-53FF-4098-A32C-E01EF18D47C5}"/>
                </a:ext>
              </a:extLst>
            </p:cNvPr>
            <p:cNvSpPr/>
            <p:nvPr/>
          </p:nvSpPr>
          <p:spPr>
            <a:xfrm>
              <a:off x="25092" y="15178"/>
              <a:ext cx="1566146" cy="2737264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pPr rtl="0"/>
              <a:endParaRPr lang="en-US" noProof="0" dirty="0"/>
            </a:p>
          </p:txBody>
        </p:sp>
        <p:sp>
          <p:nvSpPr>
            <p:cNvPr id="19" name="Freeform: Shape 13">
              <a:extLst>
                <a:ext uri="{FF2B5EF4-FFF2-40B4-BE49-F238E27FC236}">
                  <a16:creationId xmlns:a16="http://schemas.microsoft.com/office/drawing/2014/main" id="{C78446BA-74A6-401A-BC2F-8B0BB17F7E1D}"/>
                </a:ext>
              </a:extLst>
            </p:cNvPr>
            <p:cNvSpPr/>
            <p:nvPr/>
          </p:nvSpPr>
          <p:spPr>
            <a:xfrm>
              <a:off x="10849" y="15178"/>
              <a:ext cx="1368431" cy="2644975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pPr rtl="0"/>
              <a:endParaRPr lang="en-US" noProof="0" dirty="0"/>
            </a:p>
          </p:txBody>
        </p:sp>
        <p:sp>
          <p:nvSpPr>
            <p:cNvPr id="20" name="Freeform: Shape 14">
              <a:extLst>
                <a:ext uri="{FF2B5EF4-FFF2-40B4-BE49-F238E27FC236}">
                  <a16:creationId xmlns:a16="http://schemas.microsoft.com/office/drawing/2014/main" id="{3C401887-78BB-448B-80F1-C8D99C8F25B4}"/>
                </a:ext>
              </a:extLst>
            </p:cNvPr>
            <p:cNvSpPr/>
            <p:nvPr/>
          </p:nvSpPr>
          <p:spPr>
            <a:xfrm>
              <a:off x="18825" y="543780"/>
              <a:ext cx="494287" cy="1905590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pPr rtl="0"/>
              <a:endParaRPr lang="en-US" noProof="0" dirty="0"/>
            </a:p>
          </p:txBody>
        </p:sp>
        <p:sp>
          <p:nvSpPr>
            <p:cNvPr id="21" name="Freeform: Shape 15">
              <a:extLst>
                <a:ext uri="{FF2B5EF4-FFF2-40B4-BE49-F238E27FC236}">
                  <a16:creationId xmlns:a16="http://schemas.microsoft.com/office/drawing/2014/main" id="{44DEADB1-ECC3-4C91-8A42-4B8440DEA49B}"/>
                </a:ext>
              </a:extLst>
            </p:cNvPr>
            <p:cNvSpPr/>
            <p:nvPr/>
          </p:nvSpPr>
          <p:spPr>
            <a:xfrm>
              <a:off x="10849" y="672286"/>
              <a:ext cx="396930" cy="1690303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pPr rtl="0"/>
              <a:endParaRPr lang="en-US" noProof="0" dirty="0"/>
            </a:p>
          </p:txBody>
        </p:sp>
        <p:sp>
          <p:nvSpPr>
            <p:cNvPr id="22" name="Freeform: Shape 16">
              <a:extLst>
                <a:ext uri="{FF2B5EF4-FFF2-40B4-BE49-F238E27FC236}">
                  <a16:creationId xmlns:a16="http://schemas.microsoft.com/office/drawing/2014/main" id="{47CC59C4-2B0F-4C73-ABC9-BB2A900B44AB}"/>
                </a:ext>
              </a:extLst>
            </p:cNvPr>
            <p:cNvSpPr/>
            <p:nvPr/>
          </p:nvSpPr>
          <p:spPr>
            <a:xfrm>
              <a:off x="23002" y="881264"/>
              <a:ext cx="258791" cy="1336561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pPr rtl="0"/>
              <a:endParaRPr lang="en-US" noProof="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640" y="685800"/>
            <a:ext cx="5029200" cy="4023360"/>
          </a:xfrm>
        </p:spPr>
        <p:txBody>
          <a:bodyPr anchor="b">
            <a:noAutofit/>
          </a:bodyPr>
          <a:lstStyle>
            <a:lvl1pPr>
              <a:defRPr sz="4400" baseline="0"/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F77331-6002-494B-B704-DDA9DEBB649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8640" y="4846320"/>
            <a:ext cx="5029200" cy="1554480"/>
          </a:xfrm>
        </p:spPr>
        <p:txBody>
          <a:bodyPr>
            <a:noAutofit/>
          </a:bodyPr>
          <a:lstStyle>
            <a:lvl1pPr marL="0" indent="0">
              <a:lnSpc>
                <a:spcPct val="140000"/>
              </a:lnSpc>
              <a:buNone/>
              <a:defRPr sz="1800"/>
            </a:lvl1pPr>
            <a:lvl2pPr marL="457200" indent="0">
              <a:lnSpc>
                <a:spcPts val="2200"/>
              </a:lnSpc>
              <a:buNone/>
              <a:defRPr sz="1800"/>
            </a:lvl2pPr>
            <a:lvl3pPr marL="914400" indent="0">
              <a:lnSpc>
                <a:spcPts val="2200"/>
              </a:lnSpc>
              <a:buNone/>
              <a:defRPr sz="1800"/>
            </a:lvl3pPr>
            <a:lvl4pPr marL="1371600" indent="0">
              <a:lnSpc>
                <a:spcPts val="2200"/>
              </a:lnSpc>
              <a:buNone/>
              <a:defRPr sz="1800"/>
            </a:lvl4pPr>
            <a:lvl5pPr marL="1828800" indent="0">
              <a:lnSpc>
                <a:spcPts val="2200"/>
              </a:lnSpc>
              <a:buNone/>
              <a:defRPr sz="1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87019F04-21A7-41F6-B916-F4F94E744D3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2952" y="0"/>
            <a:ext cx="6099048" cy="6858000"/>
          </a:xfrm>
          <a:solidFill>
            <a:schemeClr val="accent5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9592318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381000"/>
            <a:ext cx="109728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1825625"/>
            <a:ext cx="10972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77A09-15C2-4E47-948E-AACAFCA47D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07980" y="6356350"/>
            <a:ext cx="8458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9" r:id="rId2"/>
    <p:sldLayoutId id="2147483675" r:id="rId3"/>
    <p:sldLayoutId id="2147483674" r:id="rId4"/>
    <p:sldLayoutId id="2147483676" r:id="rId5"/>
    <p:sldLayoutId id="2147483681" r:id="rId6"/>
    <p:sldLayoutId id="2147483677" r:id="rId7"/>
    <p:sldLayoutId id="2147483683" r:id="rId8"/>
    <p:sldLayoutId id="2147483678" r:id="rId9"/>
    <p:sldLayoutId id="2147483679" r:id="rId10"/>
    <p:sldLayoutId id="2147483680" r:id="rId11"/>
    <p:sldLayoutId id="2147483652" r:id="rId12"/>
    <p:sldLayoutId id="2147483661" r:id="rId13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kern="1200" cap="all" spc="3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528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152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10" pos="1920" userDrawn="1">
          <p15:clr>
            <a:srgbClr val="547EBF"/>
          </p15:clr>
        </p15:guide>
        <p15:guide id="12" pos="5736" userDrawn="1">
          <p15:clr>
            <a:srgbClr val="547EBF"/>
          </p15:clr>
        </p15:guide>
        <p15:guide id="15" pos="5112" userDrawn="1">
          <p15:clr>
            <a:srgbClr val="9FCC3B"/>
          </p15:clr>
        </p15:guide>
        <p15:guide id="16" pos="2544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ciencefocus.com/planet-earth/10-of-the-most-mysterious-places-in-the-oceans" TargetMode="External"/><Relationship Id="rId3" Type="http://schemas.openxmlformats.org/officeDocument/2006/relationships/hyperlink" Target="https://seatrec.com/technology/" TargetMode="External"/><Relationship Id="rId7" Type="http://schemas.openxmlformats.org/officeDocument/2006/relationships/hyperlink" Target="https://www.media.mit.edu/publications/towards-battery-free-machine-learning-and-inference-in-underwater-environments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www.northropgrumman.com/what-we-do/sea/mission-unlimited-inventing-autonomous-recharging-of-unmanned-underwater-vehicles" TargetMode="External"/><Relationship Id="rId5" Type="http://schemas.openxmlformats.org/officeDocument/2006/relationships/hyperlink" Target="https://theliquidgrid.com/powering-deep-sea-situ-generation/" TargetMode="External"/><Relationship Id="rId4" Type="http://schemas.openxmlformats.org/officeDocument/2006/relationships/hyperlink" Target="https://www.irena.org/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Relationship Id="rId5" Type="http://schemas.openxmlformats.org/officeDocument/2006/relationships/hyperlink" Target="https://www.whoi.edu/what-we-do/explore/underwater-vehicles/auvs/orpheus/" TargetMode="External"/><Relationship Id="rId4" Type="http://schemas.openxmlformats.org/officeDocument/2006/relationships/hyperlink" Target="https://github.com/droidsharks2024/ResearchProject/blob/main/UAV/UAV_Basics.pdf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droidsharks2024/ResearchProject/blob/main/UAV/PWC-sea-drones-report.pdf" TargetMode="Externa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bari.org/education/more-resources/science-at-home/" TargetMode="External"/><Relationship Id="rId7" Type="http://schemas.openxmlformats.org/officeDocument/2006/relationships/hyperlink" Target="https://ndsf.whoi.edu/data/data-deliverables-summary-for-rov-jason/" TargetMode="External"/><Relationship Id="rId2" Type="http://schemas.openxmlformats.org/officeDocument/2006/relationships/hyperlink" Target="https://github.com/droidsharks2024/ResearchProject/tree/main/UAV" TargetMode="External"/><Relationship Id="rId1" Type="http://schemas.openxmlformats.org/officeDocument/2006/relationships/slideLayout" Target="../slideLayouts/slideLayout10.xml"/><Relationship Id="rId6" Type="http://schemas.openxmlformats.org/officeDocument/2006/relationships/hyperlink" Target="https://www.asme.org/topics-resources/content/advances-in-underwater-robots" TargetMode="External"/><Relationship Id="rId5" Type="http://schemas.openxmlformats.org/officeDocument/2006/relationships/hyperlink" Target="https://www.asme.org/topics-resources/content/the-design-challenges-of-deep-ocean-engineering" TargetMode="External"/><Relationship Id="rId4" Type="http://schemas.openxmlformats.org/officeDocument/2006/relationships/hyperlink" Target="https://www.mbari.org/about/events/" TargetMode="Externa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F3D98-3C30-4CFC-8643-C81E829C8C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9412" y="4498975"/>
            <a:ext cx="11430000" cy="1371600"/>
          </a:xfrm>
        </p:spPr>
        <p:txBody>
          <a:bodyPr anchor="b" anchorCtr="0">
            <a:normAutofit/>
          </a:bodyPr>
          <a:lstStyle/>
          <a:p>
            <a:r>
              <a:rPr lang="en-US" dirty="0"/>
              <a:t>Innovation Research 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68D447-28D3-4F5F-B2DC-FD67E90158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23967" y="6037270"/>
            <a:ext cx="6035040" cy="457200"/>
          </a:xfrm>
        </p:spPr>
        <p:txBody>
          <a:bodyPr anchor="ctr">
            <a:noAutofit/>
          </a:bodyPr>
          <a:lstStyle/>
          <a:p>
            <a:r>
              <a:rPr lang="en-US" sz="2800" dirty="0"/>
              <a:t>Droidsharks’24</a:t>
            </a:r>
          </a:p>
        </p:txBody>
      </p:sp>
      <p:pic>
        <p:nvPicPr>
          <p:cNvPr id="26" name="Picture Placeholder 25" descr="Closeup of an orange sea anemone">
            <a:extLst>
              <a:ext uri="{FF2B5EF4-FFF2-40B4-BE49-F238E27FC236}">
                <a16:creationId xmlns:a16="http://schemas.microsoft.com/office/drawing/2014/main" id="{A2BF176F-5FF4-4E1E-83AA-20C41123AB05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t="22317" b="22317"/>
          <a:stretch/>
        </p:blipFill>
        <p:spPr>
          <a:xfrm>
            <a:off x="0" y="0"/>
            <a:ext cx="12188825" cy="4498975"/>
          </a:xfrm>
        </p:spPr>
      </p:pic>
    </p:spTree>
    <p:extLst>
      <p:ext uri="{BB962C8B-B14F-4D97-AF65-F5344CB8AC3E}">
        <p14:creationId xmlns:p14="http://schemas.microsoft.com/office/powerpoint/2010/main" val="13860655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B1E7DC-8ABE-9DCE-373F-D1B70E56C3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35628" y="741146"/>
            <a:ext cx="7078419" cy="3570972"/>
          </a:xfrm>
        </p:spPr>
        <p:txBody>
          <a:bodyPr/>
          <a:lstStyle/>
          <a:p>
            <a:r>
              <a:rPr lang="en-US" dirty="0"/>
              <a:t>"Alone we can do so little; together we can</a:t>
            </a:r>
            <a:br>
              <a:rPr lang="en-US" dirty="0"/>
            </a:br>
            <a:r>
              <a:rPr lang="en-US" dirty="0"/>
              <a:t>do so much."</a:t>
            </a:r>
          </a:p>
        </p:txBody>
      </p:sp>
      <p:pic>
        <p:nvPicPr>
          <p:cNvPr id="1026" name="Picture 2" descr="Teamwork for Kids">
            <a:extLst>
              <a:ext uri="{FF2B5EF4-FFF2-40B4-BE49-F238E27FC236}">
                <a16:creationId xmlns:a16="http://schemas.microsoft.com/office/drawing/2014/main" id="{C265E25A-E262-1BBB-6BEA-954E2F73A1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776" y="741146"/>
            <a:ext cx="3743219" cy="49803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762534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5F5E3-2B1C-7C0A-8581-67A9052D1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397" y="324343"/>
            <a:ext cx="11241578" cy="928254"/>
          </a:xfrm>
          <a:noFill/>
        </p:spPr>
        <p:txBody>
          <a:bodyPr anchor="t" anchorCtr="0">
            <a:noAutofit/>
          </a:bodyPr>
          <a:lstStyle/>
          <a:p>
            <a:br>
              <a:rPr lang="en-US" dirty="0"/>
            </a:br>
            <a:r>
              <a:rPr lang="en-US" dirty="0"/>
              <a:t>Focus Areas for Innovation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A33159-D030-2F82-A142-F759407283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1782" y="1454728"/>
            <a:ext cx="11036808" cy="5177078"/>
          </a:xfrm>
          <a:noFill/>
        </p:spPr>
        <p:txBody>
          <a:bodyPr anchor="t" anchorCtr="0">
            <a:normAutofit fontScale="85000" lnSpcReduction="20000"/>
          </a:bodyPr>
          <a:lstStyle/>
          <a:p>
            <a:pPr marL="0" indent="0">
              <a:buNone/>
            </a:pPr>
            <a:r>
              <a:rPr lang="en-US" sz="2200" b="1" dirty="0">
                <a:latin typeface="Helvetica Neue" panose="02000503000000020004" pitchFamily="2" charset="0"/>
              </a:rPr>
              <a:t>Problem Statement: </a:t>
            </a:r>
          </a:p>
          <a:p>
            <a:pPr marL="0" indent="0">
              <a:buNone/>
            </a:pPr>
            <a:r>
              <a:rPr lang="en-US" sz="2200" b="1" dirty="0">
                <a:latin typeface="Helvetica Neue" panose="02000503000000020004" pitchFamily="2" charset="0"/>
              </a:rPr>
              <a:t>Design an autonomous self-powered underwater vehicle with sensors/instruments to address the following challenges:</a:t>
            </a:r>
          </a:p>
          <a:p>
            <a:pPr marL="342900" indent="-342900">
              <a:buFont typeface="+mj-lt"/>
              <a:buAutoNum type="alphaUcPeriod"/>
            </a:pPr>
            <a:r>
              <a:rPr lang="en-US" dirty="0">
                <a:effectLst/>
                <a:latin typeface="Helvetica Neue" panose="02000503000000020004" pitchFamily="2" charset="0"/>
              </a:rPr>
              <a:t>Power: Power supplies can be unreliable, insufficient, or expensive.</a:t>
            </a:r>
            <a:r>
              <a:rPr lang="en-US" dirty="0">
                <a:latin typeface="Helvetica Neue" panose="02000503000000020004" pitchFamily="2" charset="0"/>
              </a:rPr>
              <a:t> How can we solve this ?</a:t>
            </a:r>
            <a:endParaRPr lang="en-US" dirty="0">
              <a:effectLst/>
              <a:latin typeface="Helvetica Neue" panose="02000503000000020004" pitchFamily="2" charset="0"/>
            </a:endParaRPr>
          </a:p>
          <a:p>
            <a:pPr lvl="1"/>
            <a:r>
              <a:rPr lang="en-US" dirty="0">
                <a:effectLst/>
                <a:latin typeface="Helvetica Neue" panose="02000503000000020004" pitchFamily="2" charset="0"/>
                <a:hlinkClick r:id="rId3"/>
              </a:rPr>
              <a:t>https://seatrec.com/technology/</a:t>
            </a:r>
            <a:endParaRPr lang="en-US" dirty="0">
              <a:effectLst/>
              <a:latin typeface="Helvetica Neue" panose="02000503000000020004" pitchFamily="2" charset="0"/>
            </a:endParaRPr>
          </a:p>
          <a:p>
            <a:pPr lvl="1"/>
            <a:r>
              <a:rPr lang="en-US" dirty="0">
                <a:effectLst/>
                <a:latin typeface="Helvetica Neue" panose="02000503000000020004" pitchFamily="2" charset="0"/>
                <a:hlinkClick r:id="rId4"/>
              </a:rPr>
              <a:t>https://www.irena.org</a:t>
            </a:r>
            <a:endParaRPr lang="en-US" dirty="0">
              <a:effectLst/>
              <a:latin typeface="Helvetica Neue" panose="02000503000000020004" pitchFamily="2" charset="0"/>
            </a:endParaRPr>
          </a:p>
          <a:p>
            <a:pPr lvl="1"/>
            <a:r>
              <a:rPr lang="en-US" dirty="0">
                <a:effectLst/>
                <a:latin typeface="Helvetica Neue" panose="02000503000000020004" pitchFamily="2" charset="0"/>
                <a:hlinkClick r:id="rId5"/>
              </a:rPr>
              <a:t>https://theliquidgrid.com/powering-deep-sea-situ-generation</a:t>
            </a:r>
            <a:r>
              <a:rPr lang="en-US" dirty="0">
                <a:effectLst/>
                <a:latin typeface="Helvetica Neue" panose="02000503000000020004" pitchFamily="2" charset="0"/>
                <a:hlinkClick r:id="rId5"/>
              </a:rPr>
              <a:t>/</a:t>
            </a:r>
            <a:endParaRPr lang="en-US" dirty="0">
              <a:effectLst/>
              <a:latin typeface="Helvetica Neue" panose="02000503000000020004" pitchFamily="2" charset="0"/>
            </a:endParaRPr>
          </a:p>
          <a:p>
            <a:pPr marL="342900" indent="-342900">
              <a:buFont typeface="+mj-lt"/>
              <a:buAutoNum type="alphaUcPeriod"/>
            </a:pPr>
            <a:r>
              <a:rPr lang="en-US" dirty="0">
                <a:effectLst/>
                <a:latin typeface="Helvetica Neue" panose="02000503000000020004" pitchFamily="2" charset="0"/>
              </a:rPr>
              <a:t>Communication: How can we relay sensor information back to control center back on land ? Data transmission in aquatic environments can be technically challenging.</a:t>
            </a:r>
          </a:p>
          <a:p>
            <a:pPr lvl="1"/>
            <a:r>
              <a:rPr lang="en-US" dirty="0">
                <a:effectLst/>
                <a:latin typeface="Helvetica Neue" panose="02000503000000020004" pitchFamily="2" charset="0"/>
                <a:hlinkClick r:id="rId6"/>
              </a:rPr>
              <a:t>https://www.northropgrumman.com/what-we-do/sea/mission-unlimited-inventing-autonomous-recharging-of-unmanned-underwater-vehicles</a:t>
            </a:r>
            <a:endParaRPr lang="en-US" dirty="0">
              <a:effectLst/>
              <a:latin typeface="Helvetica Neue" panose="02000503000000020004" pitchFamily="2" charset="0"/>
            </a:endParaRPr>
          </a:p>
          <a:p>
            <a:pPr lvl="1"/>
            <a:r>
              <a:rPr lang="en-US" dirty="0">
                <a:effectLst/>
                <a:latin typeface="Helvetica Neue" panose="02000503000000020004" pitchFamily="2" charset="0"/>
                <a:hlinkClick r:id="rId7"/>
              </a:rPr>
              <a:t>https://www.media.mit.edu/publications/towards-battery-free-machine-learning-and-inference-in-underwater-environments/</a:t>
            </a:r>
            <a:endParaRPr lang="en-US" dirty="0">
              <a:latin typeface="Helvetica Neue" panose="02000503000000020004" pitchFamily="2" charset="0"/>
            </a:endParaRPr>
          </a:p>
          <a:p>
            <a:pPr lvl="1"/>
            <a:r>
              <a:rPr lang="en-US" dirty="0">
                <a:effectLst/>
                <a:latin typeface="Helvetica Neue" panose="02000503000000020004" pitchFamily="2" charset="0"/>
              </a:rPr>
              <a:t>https://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www.media.mit.edu</a:t>
            </a:r>
            <a:r>
              <a:rPr lang="en-US" dirty="0">
                <a:effectLst/>
                <a:latin typeface="Helvetica Neue" panose="02000503000000020004" pitchFamily="2" charset="0"/>
              </a:rPr>
              <a:t>/publications/enabling-long-range-underwater-backscatter-via-van-atta-acoustic-networks/</a:t>
            </a:r>
          </a:p>
          <a:p>
            <a:pPr marL="342900" indent="-342900">
              <a:buFont typeface="+mj-lt"/>
              <a:buAutoNum type="alphaUcPeriod"/>
            </a:pPr>
            <a:r>
              <a:rPr lang="en-US" dirty="0">
                <a:latin typeface="Helvetica Neue" panose="02000503000000020004" pitchFamily="2" charset="0"/>
              </a:rPr>
              <a:t>Sensors: What are the sensors we want to mount on the AUV ? (Sonar, PH concentration, Thermal variation detection, can we predict volcanoes, earthquakes and Tsunamis better or map the sea floor or search for minerals </a:t>
            </a:r>
            <a:r>
              <a:rPr lang="en-US" dirty="0" err="1">
                <a:latin typeface="Helvetica Neue" panose="02000503000000020004" pitchFamily="2" charset="0"/>
              </a:rPr>
              <a:t>etc</a:t>
            </a:r>
            <a:r>
              <a:rPr lang="en-US" dirty="0">
                <a:latin typeface="Helvetica Neue" panose="02000503000000020004" pitchFamily="2" charset="0"/>
              </a:rPr>
              <a:t> ?)</a:t>
            </a:r>
          </a:p>
          <a:p>
            <a:pPr marL="342900" indent="-342900">
              <a:buFont typeface="+mj-lt"/>
              <a:buAutoNum type="alphaUcPeriod"/>
            </a:pPr>
            <a:r>
              <a:rPr lang="en-US" dirty="0">
                <a:latin typeface="Helvetica Neue" panose="02000503000000020004" pitchFamily="2" charset="0"/>
              </a:rPr>
              <a:t>Any additional instruments we can add to the UAV to help in cleanup, pollution measurements or detection/classification of marine life forms ?</a:t>
            </a:r>
          </a:p>
          <a:p>
            <a:pPr marL="342900" indent="-342900">
              <a:buFont typeface="+mj-lt"/>
              <a:buAutoNum type="alphaUcPeriod"/>
            </a:pPr>
            <a:r>
              <a:rPr lang="en-US" dirty="0">
                <a:effectLst/>
                <a:latin typeface="Helvetica Neue" panose="02000503000000020004" pitchFamily="2" charset="0"/>
              </a:rPr>
              <a:t>Which areas </a:t>
            </a:r>
            <a:r>
              <a:rPr lang="en-US" dirty="0">
                <a:latin typeface="Helvetica Neue" panose="02000503000000020004" pitchFamily="2" charset="0"/>
              </a:rPr>
              <a:t>in the ocean can we explore: </a:t>
            </a:r>
            <a:r>
              <a:rPr lang="en-US" dirty="0">
                <a:latin typeface="Helvetica Neue" panose="02000503000000020004" pitchFamily="2" charset="0"/>
                <a:hlinkClick r:id="rId8"/>
              </a:rPr>
              <a:t>https://www.sciencefocus.com/planet-earth/10-of-the-most-mysterious-places-in-the-oceans</a:t>
            </a:r>
            <a:r>
              <a:rPr lang="en-US" dirty="0">
                <a:latin typeface="Helvetica Neue" panose="02000503000000020004" pitchFamily="2" charset="0"/>
              </a:rPr>
              <a:t> ?</a:t>
            </a:r>
          </a:p>
          <a:p>
            <a:pPr marL="0" indent="0">
              <a:buNone/>
            </a:pPr>
            <a:endParaRPr lang="en-US" dirty="0">
              <a:effectLst/>
              <a:latin typeface="Helvetica Neue" panose="02000503000000020004" pitchFamily="2" charset="0"/>
            </a:endParaRPr>
          </a:p>
          <a:p>
            <a:pPr marL="457200" lvl="1" indent="0">
              <a:buNone/>
            </a:pPr>
            <a:endParaRPr lang="en-US" dirty="0">
              <a:effectLst/>
              <a:latin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66746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E6877D-1165-E7EB-3630-106205576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510" y="519764"/>
            <a:ext cx="10963656" cy="914400"/>
          </a:xfrm>
        </p:spPr>
        <p:txBody>
          <a:bodyPr/>
          <a:lstStyle/>
          <a:p>
            <a:r>
              <a:rPr lang="en-US" dirty="0"/>
              <a:t>Overview: Autonomous Underwater vehicles (AUV)</a:t>
            </a:r>
          </a:p>
        </p:txBody>
      </p:sp>
      <p:pic>
        <p:nvPicPr>
          <p:cNvPr id="6" name="Content Placeholder 5" descr="A close-up of a submarine&#10;&#10;Description automatically generated">
            <a:extLst>
              <a:ext uri="{FF2B5EF4-FFF2-40B4-BE49-F238E27FC236}">
                <a16:creationId xmlns:a16="http://schemas.microsoft.com/office/drawing/2014/main" id="{ED9026AA-1A7A-94A5-6509-996AC7E4793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258818" y="1655545"/>
            <a:ext cx="3839845" cy="3884643"/>
          </a:xfrm>
        </p:spPr>
      </p:pic>
      <p:sp>
        <p:nvSpPr>
          <p:cNvPr id="4" name="Table Placeholder 3">
            <a:extLst>
              <a:ext uri="{FF2B5EF4-FFF2-40B4-BE49-F238E27FC236}">
                <a16:creationId xmlns:a16="http://schemas.microsoft.com/office/drawing/2014/main" id="{59762389-E370-149B-2DCF-B38D9EFF2C1D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4167739" y="1655545"/>
            <a:ext cx="7344557" cy="4041167"/>
          </a:xfrm>
        </p:spPr>
        <p:txBody>
          <a:bodyPr>
            <a:normAutofit lnSpcReduction="10000"/>
          </a:bodyPr>
          <a:lstStyle/>
          <a:p>
            <a:pPr marL="457200" indent="-457200">
              <a:buFont typeface="Wingdings" pitchFamily="2" charset="2"/>
              <a:buChar char="Ø"/>
            </a:pPr>
            <a:r>
              <a:rPr lang="en-US" sz="2400" dirty="0"/>
              <a:t>Vehicles that perform underwater tasks </a:t>
            </a:r>
            <a:r>
              <a:rPr lang="en-US" sz="2400" b="1" i="1" dirty="0"/>
              <a:t>without</a:t>
            </a:r>
            <a:r>
              <a:rPr lang="en-US" sz="2400" dirty="0"/>
              <a:t> a tether or line to a surface ship</a:t>
            </a:r>
          </a:p>
          <a:p>
            <a:pPr marL="457200" indent="-457200">
              <a:buFont typeface="Wingdings" pitchFamily="2" charset="2"/>
              <a:buChar char="Ø"/>
            </a:pPr>
            <a:r>
              <a:rPr lang="en-US" sz="2400" dirty="0"/>
              <a:t>Carry instruments &amp; sensors to monitor or inspect or perform activities (sample collection, cleaning </a:t>
            </a:r>
            <a:r>
              <a:rPr lang="en-US" sz="2400" dirty="0" err="1"/>
              <a:t>etc</a:t>
            </a:r>
            <a:r>
              <a:rPr lang="en-US" sz="2400" dirty="0"/>
              <a:t>) in underwater environments</a:t>
            </a:r>
          </a:p>
          <a:p>
            <a:pPr marL="457200" indent="-457200">
              <a:buFont typeface="Wingdings" pitchFamily="2" charset="2"/>
              <a:buChar char="Ø"/>
            </a:pPr>
            <a:r>
              <a:rPr lang="en-US" sz="2400" dirty="0"/>
              <a:t>UAV reading:</a:t>
            </a:r>
          </a:p>
          <a:p>
            <a:pPr marL="1143000" lvl="1" indent="-457200">
              <a:buFont typeface="Wingdings" pitchFamily="2" charset="2"/>
              <a:buChar char="Ø"/>
            </a:pPr>
            <a:r>
              <a:rPr lang="en-US" sz="2000" dirty="0">
                <a:hlinkClick r:id="rId4"/>
              </a:rPr>
              <a:t>https://github.com/droidsharks2024/ResearchProject/blob/main/UAV/UAV_Basics.pdf</a:t>
            </a:r>
            <a:endParaRPr lang="en-US" sz="2000" dirty="0"/>
          </a:p>
          <a:p>
            <a:pPr marL="457200" indent="-457200">
              <a:buFont typeface="Wingdings" pitchFamily="2" charset="2"/>
              <a:buChar char="Ø"/>
            </a:pPr>
            <a:r>
              <a:rPr lang="en-US" sz="2400" dirty="0"/>
              <a:t>Example: Orpheus, i2MAP (MBARI):</a:t>
            </a:r>
          </a:p>
          <a:p>
            <a:pPr marL="1143000" lvl="1" indent="-457200">
              <a:buFont typeface="Wingdings" pitchFamily="2" charset="2"/>
              <a:buChar char="Ø"/>
            </a:pPr>
            <a:r>
              <a:rPr lang="en-US" sz="1600" dirty="0"/>
              <a:t>Orpheus: </a:t>
            </a:r>
            <a:r>
              <a:rPr lang="en-US" sz="1600" dirty="0">
                <a:hlinkClick r:id="rId5"/>
              </a:rPr>
              <a:t>https://www.whoi.edu/what-we-do/explore/underwater-vehicles/auvs/orpheus/</a:t>
            </a:r>
            <a:endParaRPr lang="en-US" sz="1600" dirty="0"/>
          </a:p>
          <a:p>
            <a:pPr marL="1143000" lvl="1" indent="-457200">
              <a:buFont typeface="Wingdings" pitchFamily="2" charset="2"/>
              <a:buChar char="Ø"/>
            </a:pPr>
            <a:r>
              <a:rPr lang="en-US" sz="2000" dirty="0"/>
              <a:t>i2MAP: https://</a:t>
            </a:r>
            <a:r>
              <a:rPr lang="en-US" sz="2000" dirty="0" err="1"/>
              <a:t>www.mbari.org</a:t>
            </a:r>
            <a:r>
              <a:rPr lang="en-US" sz="2000" dirty="0"/>
              <a:t>/technology/i2map/</a:t>
            </a:r>
          </a:p>
          <a:p>
            <a:pPr marL="1143000" lvl="1" indent="-457200">
              <a:buFont typeface="Wingdings" pitchFamily="2" charset="2"/>
              <a:buChar char="Ø"/>
            </a:pPr>
            <a:endParaRPr lang="en-US" sz="2000" dirty="0"/>
          </a:p>
          <a:p>
            <a:pPr marL="457200" indent="-457200">
              <a:buFont typeface="Wingdings" pitchFamily="2" charset="2"/>
              <a:buChar char="Ø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0599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975024-434F-0162-020A-D02BE37A4D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4048" y="274320"/>
            <a:ext cx="11430000" cy="1371600"/>
          </a:xfrm>
        </p:spPr>
        <p:txBody>
          <a:bodyPr anchor="b">
            <a:normAutofit/>
          </a:bodyPr>
          <a:lstStyle/>
          <a:p>
            <a:r>
              <a:rPr lang="en-US" dirty="0"/>
              <a:t>Focus Areas for Sensors &amp; Instruments</a:t>
            </a:r>
          </a:p>
        </p:txBody>
      </p:sp>
      <p:pic>
        <p:nvPicPr>
          <p:cNvPr id="4" name="Picture 3" descr="A chart of a scientific research&#10;&#10;Description automatically generated with medium confidence">
            <a:extLst>
              <a:ext uri="{FF2B5EF4-FFF2-40B4-BE49-F238E27FC236}">
                <a16:creationId xmlns:a16="http://schemas.microsoft.com/office/drawing/2014/main" id="{362F2D67-706B-D05B-11E5-908E86C39E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9550" y="1645920"/>
            <a:ext cx="8537608" cy="473081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0264690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9924F-1F20-91D5-79B3-49048AE61E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Financial and Commercial Feasibility</a:t>
            </a:r>
          </a:p>
        </p:txBody>
      </p:sp>
      <p:sp>
        <p:nvSpPr>
          <p:cNvPr id="3" name="Table Placeholder 2">
            <a:extLst>
              <a:ext uri="{FF2B5EF4-FFF2-40B4-BE49-F238E27FC236}">
                <a16:creationId xmlns:a16="http://schemas.microsoft.com/office/drawing/2014/main" id="{1813BB3E-4592-0D16-A467-D603D3221917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548640" y="1828800"/>
            <a:ext cx="11091672" cy="3803904"/>
          </a:xfrm>
        </p:spPr>
        <p:txBody>
          <a:bodyPr/>
          <a:lstStyle/>
          <a:p>
            <a:r>
              <a:rPr lang="en-US" dirty="0"/>
              <a:t>Reference:</a:t>
            </a:r>
          </a:p>
          <a:p>
            <a:r>
              <a:rPr lang="en-US" dirty="0"/>
              <a:t> </a:t>
            </a:r>
            <a:r>
              <a:rPr lang="en-US" dirty="0">
                <a:hlinkClick r:id="rId2"/>
              </a:rPr>
              <a:t>https://github.com/droidsharks2024/ResearchProject/blob/main/UAV/PWC-sea-drones-report.pdf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89675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677428-3854-5D48-1543-A916DC9903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Table Placeholder 2">
            <a:extLst>
              <a:ext uri="{FF2B5EF4-FFF2-40B4-BE49-F238E27FC236}">
                <a16:creationId xmlns:a16="http://schemas.microsoft.com/office/drawing/2014/main" id="{2F4E959D-6B10-0874-9E7B-014C13141D9F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327258" y="1682496"/>
            <a:ext cx="11091672" cy="4044535"/>
          </a:xfrm>
        </p:spPr>
        <p:txBody>
          <a:bodyPr>
            <a:normAutofit fontScale="77500" lnSpcReduction="20000"/>
          </a:bodyPr>
          <a:lstStyle/>
          <a:p>
            <a:pPr lvl="1"/>
            <a:r>
              <a:rPr lang="en-US" dirty="0" err="1">
                <a:latin typeface="Helvetica Neue" panose="02000503000000020004" pitchFamily="2" charset="0"/>
              </a:rPr>
              <a:t>Droidsharks</a:t>
            </a:r>
            <a:r>
              <a:rPr lang="en-US" dirty="0">
                <a:latin typeface="Helvetica Neue" panose="02000503000000020004" pitchFamily="2" charset="0"/>
              </a:rPr>
              <a:t> git: </a:t>
            </a:r>
            <a:r>
              <a:rPr lang="en-US" dirty="0">
                <a:latin typeface="Helvetica Neue" panose="02000503000000020004" pitchFamily="2" charset="0"/>
                <a:hlinkClick r:id="rId2"/>
              </a:rPr>
              <a:t>https://github.com/droidsharks2024/ResearchProject/tree/main/UAV</a:t>
            </a:r>
            <a:endParaRPr lang="en-US" dirty="0">
              <a:latin typeface="Helvetica Neue" panose="02000503000000020004" pitchFamily="2" charset="0"/>
            </a:endParaRPr>
          </a:p>
          <a:p>
            <a:pPr lvl="1"/>
            <a:endParaRPr lang="en-US" dirty="0">
              <a:latin typeface="Helvetica Neue" panose="02000503000000020004" pitchFamily="2" charset="0"/>
            </a:endParaRPr>
          </a:p>
          <a:p>
            <a:pPr lvl="1"/>
            <a:r>
              <a:rPr lang="en-US" dirty="0">
                <a:latin typeface="Helvetica Neue" panose="02000503000000020004" pitchFamily="2" charset="0"/>
              </a:rPr>
              <a:t>Good starting point (Monterey Bay): </a:t>
            </a:r>
            <a:r>
              <a:rPr lang="en-US" dirty="0">
                <a:latin typeface="Helvetica Neue" panose="02000503000000020004" pitchFamily="2" charset="0"/>
                <a:hlinkClick r:id="rId3"/>
              </a:rPr>
              <a:t>https://www.mbari.org/education/more-resources/science-at-home/</a:t>
            </a:r>
            <a:endParaRPr lang="en-US" dirty="0">
              <a:latin typeface="Helvetica Neue" panose="02000503000000020004" pitchFamily="2" charset="0"/>
            </a:endParaRPr>
          </a:p>
          <a:p>
            <a:pPr lvl="1"/>
            <a:endParaRPr lang="en-US" dirty="0">
              <a:latin typeface="Helvetica Neue" panose="02000503000000020004" pitchFamily="2" charset="0"/>
            </a:endParaRPr>
          </a:p>
          <a:p>
            <a:pPr lvl="1"/>
            <a:r>
              <a:rPr lang="en-US" dirty="0">
                <a:latin typeface="Helvetica Neue" panose="02000503000000020004" pitchFamily="2" charset="0"/>
              </a:rPr>
              <a:t>MBARI events: </a:t>
            </a:r>
            <a:r>
              <a:rPr lang="en-US" dirty="0">
                <a:latin typeface="Helvetica Neue" panose="02000503000000020004" pitchFamily="2" charset="0"/>
                <a:hlinkClick r:id="rId4"/>
              </a:rPr>
              <a:t>https://www.mbari.org/about/events/</a:t>
            </a:r>
            <a:endParaRPr lang="en-US" dirty="0">
              <a:latin typeface="Helvetica Neue" panose="02000503000000020004" pitchFamily="2" charset="0"/>
            </a:endParaRPr>
          </a:p>
          <a:p>
            <a:pPr lvl="1"/>
            <a:endParaRPr lang="en-US" dirty="0">
              <a:effectLst/>
              <a:latin typeface="Helvetica Neue" panose="02000503000000020004" pitchFamily="2" charset="0"/>
              <a:hlinkClick r:id="rId5"/>
            </a:endParaRPr>
          </a:p>
          <a:p>
            <a:pPr lvl="1"/>
            <a:r>
              <a:rPr lang="en-US" dirty="0">
                <a:effectLst/>
                <a:latin typeface="Helvetica Neue" panose="02000503000000020004" pitchFamily="2" charset="0"/>
                <a:hlinkClick r:id="rId5"/>
              </a:rPr>
              <a:t>https://www.sciencefocus.com/planet-earth/10-of-the-most-mysterious-places-in-the-oceans</a:t>
            </a:r>
          </a:p>
          <a:p>
            <a:pPr lvl="1"/>
            <a:endParaRPr lang="en-US" dirty="0">
              <a:effectLst/>
              <a:latin typeface="Helvetica Neue" panose="02000503000000020004" pitchFamily="2" charset="0"/>
              <a:hlinkClick r:id="rId5"/>
            </a:endParaRPr>
          </a:p>
          <a:p>
            <a:pPr lvl="1"/>
            <a:r>
              <a:rPr lang="en-US" dirty="0">
                <a:effectLst/>
                <a:latin typeface="Helvetica Neue" panose="02000503000000020004" pitchFamily="2" charset="0"/>
                <a:hlinkClick r:id="rId5"/>
              </a:rPr>
              <a:t>https://www.asme.org/topics-resources/content/the-design-challenges-of-deep-ocean-engineering</a:t>
            </a:r>
            <a:endParaRPr lang="en-US" dirty="0">
              <a:effectLst/>
              <a:latin typeface="Helvetica Neue" panose="02000503000000020004" pitchFamily="2" charset="0"/>
            </a:endParaRPr>
          </a:p>
          <a:p>
            <a:pPr lvl="1"/>
            <a:endParaRPr lang="en-US" dirty="0">
              <a:effectLst/>
              <a:latin typeface="Helvetica Neue" panose="02000503000000020004" pitchFamily="2" charset="0"/>
              <a:hlinkClick r:id="rId6"/>
            </a:endParaRPr>
          </a:p>
          <a:p>
            <a:pPr lvl="1"/>
            <a:r>
              <a:rPr lang="en-US" dirty="0">
                <a:effectLst/>
                <a:latin typeface="Helvetica Neue" panose="02000503000000020004" pitchFamily="2" charset="0"/>
                <a:hlinkClick r:id="rId6"/>
              </a:rPr>
              <a:t>https://www.asme.org/topics-resources/content/advances-in-underwater-robots</a:t>
            </a:r>
            <a:endParaRPr lang="en-US" dirty="0">
              <a:effectLst/>
              <a:latin typeface="Helvetica Neue" panose="02000503000000020004" pitchFamily="2" charset="0"/>
            </a:endParaRPr>
          </a:p>
          <a:p>
            <a:pPr lvl="1"/>
            <a:endParaRPr lang="en-US" dirty="0">
              <a:latin typeface="Helvetica Neue" panose="02000503000000020004" pitchFamily="2" charset="0"/>
              <a:hlinkClick r:id="rId7"/>
            </a:endParaRPr>
          </a:p>
          <a:p>
            <a:pPr lvl="1"/>
            <a:r>
              <a:rPr lang="en-US" dirty="0">
                <a:latin typeface="Helvetica Neue" panose="02000503000000020004" pitchFamily="2" charset="0"/>
                <a:hlinkClick r:id="rId7"/>
              </a:rPr>
              <a:t>ROV JSON: https://ndsf.whoi.edu/data/data-deliverables-summary-for-rov-jason/</a:t>
            </a:r>
            <a:endParaRPr lang="en-US" dirty="0">
              <a:latin typeface="Helvetica Neue" panose="02000503000000020004" pitchFamily="2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18511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9B32CF-34CD-0284-2F03-A6291199A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Completion Tasks</a:t>
            </a:r>
          </a:p>
        </p:txBody>
      </p:sp>
      <p:sp>
        <p:nvSpPr>
          <p:cNvPr id="3" name="Table Placeholder 2">
            <a:extLst>
              <a:ext uri="{FF2B5EF4-FFF2-40B4-BE49-F238E27FC236}">
                <a16:creationId xmlns:a16="http://schemas.microsoft.com/office/drawing/2014/main" id="{7B800B67-9D1C-70EC-3B99-854A137544FF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548640" y="1751798"/>
            <a:ext cx="11091672" cy="3880906"/>
          </a:xfrm>
        </p:spPr>
        <p:txBody>
          <a:bodyPr>
            <a:normAutofit lnSpcReduction="10000"/>
          </a:bodyPr>
          <a:lstStyle/>
          <a:p>
            <a:pPr marL="457200" indent="-457200">
              <a:buFont typeface="Wingdings" pitchFamily="2" charset="2"/>
              <a:buChar char="ü"/>
            </a:pPr>
            <a:r>
              <a:rPr lang="en-US" dirty="0"/>
              <a:t>Problem Statement</a:t>
            </a:r>
          </a:p>
          <a:p>
            <a:pPr marL="457200" indent="-457200">
              <a:buFont typeface="Wingdings" pitchFamily="2" charset="2"/>
              <a:buChar char="ü"/>
            </a:pPr>
            <a:r>
              <a:rPr lang="en-US" dirty="0"/>
              <a:t>Project Plan: Research and design</a:t>
            </a:r>
          </a:p>
          <a:p>
            <a:pPr marL="457200" indent="-457200">
              <a:buFont typeface="Wingdings" pitchFamily="2" charset="2"/>
              <a:buChar char="ü"/>
            </a:pPr>
            <a:r>
              <a:rPr lang="en-US" dirty="0"/>
              <a:t>Create: Build a prototype or architectural design</a:t>
            </a:r>
          </a:p>
          <a:p>
            <a:pPr marL="457200" indent="-457200">
              <a:buFont typeface="Wingdings" pitchFamily="2" charset="2"/>
              <a:buChar char="ü"/>
            </a:pPr>
            <a:r>
              <a:rPr lang="en-US" dirty="0"/>
              <a:t>Iterate: Discuss and refine design/prototype</a:t>
            </a:r>
          </a:p>
          <a:p>
            <a:pPr marL="457200" indent="-457200">
              <a:buFont typeface="Wingdings" pitchFamily="2" charset="2"/>
              <a:buChar char="ü"/>
            </a:pPr>
            <a:r>
              <a:rPr lang="en-US" dirty="0"/>
              <a:t>Communicate: What is the final goal of the project ? What is the impact on others/world ?</a:t>
            </a:r>
          </a:p>
          <a:p>
            <a:pPr marL="457200" indent="-457200">
              <a:buFont typeface="Wingdings" pitchFamily="2" charset="2"/>
              <a:buChar char="ü"/>
            </a:pPr>
            <a:endParaRPr lang="en-US" dirty="0"/>
          </a:p>
          <a:p>
            <a:pPr algn="ctr"/>
            <a:r>
              <a:rPr lang="en-US" b="1" dirty="0"/>
              <a:t>“</a:t>
            </a:r>
            <a:r>
              <a:rPr lang="en-US" b="1" dirty="0" err="1"/>
              <a:t>TeamWork</a:t>
            </a:r>
            <a:r>
              <a:rPr lang="en-US" b="1" dirty="0"/>
              <a:t>” “</a:t>
            </a:r>
            <a:r>
              <a:rPr lang="en-US" b="1" dirty="0" err="1"/>
              <a:t>TeamWork</a:t>
            </a:r>
            <a:r>
              <a:rPr lang="en-US" b="1" dirty="0"/>
              <a:t>” “</a:t>
            </a:r>
            <a:r>
              <a:rPr lang="en-US" b="1" dirty="0" err="1"/>
              <a:t>TeamWork</a:t>
            </a:r>
            <a:r>
              <a:rPr lang="en-US" b="1" dirty="0"/>
              <a:t>”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2257740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81">
      <a:dk1>
        <a:sysClr val="windowText" lastClr="000000"/>
      </a:dk1>
      <a:lt1>
        <a:sysClr val="window" lastClr="FFFFFF"/>
      </a:lt1>
      <a:dk2>
        <a:srgbClr val="025373"/>
      </a:dk2>
      <a:lt2>
        <a:srgbClr val="E7E6E6"/>
      </a:lt2>
      <a:accent1>
        <a:srgbClr val="2A828C"/>
      </a:accent1>
      <a:accent2>
        <a:srgbClr val="41A6A6"/>
      </a:accent2>
      <a:accent3>
        <a:srgbClr val="D99B77"/>
      </a:accent3>
      <a:accent4>
        <a:srgbClr val="D9B6A3"/>
      </a:accent4>
      <a:accent5>
        <a:srgbClr val="F2A74B"/>
      </a:accent5>
      <a:accent6>
        <a:srgbClr val="4D748C"/>
      </a:accent6>
      <a:hlink>
        <a:srgbClr val="0563C1"/>
      </a:hlink>
      <a:folHlink>
        <a:srgbClr val="954F72"/>
      </a:folHlink>
    </a:clrScheme>
    <a:fontScheme name="Custom 115">
      <a:majorFont>
        <a:latin typeface="Century Gothic"/>
        <a:ea typeface=""/>
        <a:cs typeface=""/>
      </a:majorFont>
      <a:minorFont>
        <a:latin typeface="Avenir Next LT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cean presentation_win_V1_EF_v3" id="{D63A48B2-CB12-46EA-8658-6FD48838EE12}" vid="{49FE4105-9945-42C0-9DA5-6611A93606B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  <Background xmlns="71af3243-3dd4-4a8d-8c0d-dd76da1f02a5">false</Background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99D69E0-C497-4251-BDFF-3D273C778D3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C8E45D4-EF91-4FDE-9009-9846553E36A5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449D2655-BB4A-43AF-8486-7195F30CFFA6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Custom</Template>
  <TotalTime>6384</TotalTime>
  <Words>550</Words>
  <Application>Microsoft Macintosh PowerPoint</Application>
  <PresentationFormat>Widescreen</PresentationFormat>
  <Paragraphs>54</Paragraphs>
  <Slides>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Arial</vt:lpstr>
      <vt:lpstr>Avenir Next LT Pro Light</vt:lpstr>
      <vt:lpstr>AvenirNext LT Pro Medium</vt:lpstr>
      <vt:lpstr>Calibri</vt:lpstr>
      <vt:lpstr>Century Gothic</vt:lpstr>
      <vt:lpstr>Helvetica Neue</vt:lpstr>
      <vt:lpstr>Wingdings</vt:lpstr>
      <vt:lpstr>Custom</vt:lpstr>
      <vt:lpstr>Innovation Research Project</vt:lpstr>
      <vt:lpstr>"Alone we can do so little; together we can do so much."</vt:lpstr>
      <vt:lpstr> Focus Areas for Innovation</vt:lpstr>
      <vt:lpstr>Overview: Autonomous Underwater vehicles (AUV)</vt:lpstr>
      <vt:lpstr>Focus Areas for Sensors &amp; Instruments</vt:lpstr>
      <vt:lpstr>Financial and Commercial Feasibility</vt:lpstr>
      <vt:lpstr>References</vt:lpstr>
      <vt:lpstr>Project Completion Tasks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 Sea exploration</dc:title>
  <dc:creator>Narasimha Nayak</dc:creator>
  <cp:lastModifiedBy>Narasimha Nayak</cp:lastModifiedBy>
  <cp:revision>16</cp:revision>
  <dcterms:created xsi:type="dcterms:W3CDTF">2024-10-10T15:58:03Z</dcterms:created>
  <dcterms:modified xsi:type="dcterms:W3CDTF">2024-10-17T02:15:47Z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